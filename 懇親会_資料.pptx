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4"/>
  </p:notesMasterIdLst>
  <p:sldIdLst>
    <p:sldId id="256" r:id="rId5"/>
    <p:sldId id="264" r:id="rId6"/>
    <p:sldId id="259" r:id="rId7"/>
    <p:sldId id="263" r:id="rId8"/>
    <p:sldId id="261" r:id="rId9"/>
    <p:sldId id="258" r:id="rId10"/>
    <p:sldId id="257" r:id="rId11"/>
    <p:sldId id="260" r:id="rId12"/>
    <p:sldId id="262" r:id="rId13"/>
  </p:sldIdLst>
  <p:sldSz cx="12192000" cy="6858000"/>
  <p:notesSz cx="6858000" cy="9144000"/>
  <p:embeddedFontLst>
    <p:embeddedFont>
      <p:font typeface="BIZ UDゴシック" panose="020B0400000000000000" pitchFamily="49" charset="-128"/>
      <p:regular r:id="rId15"/>
      <p:bold r:id="rId16"/>
    </p:embeddedFont>
    <p:embeddedFont>
      <p:font typeface="游ゴシック" panose="020B0400000000000000" pitchFamily="50" charset="-128"/>
      <p:regular r:id="rId17"/>
      <p:bold r:id="rId18"/>
    </p:embeddedFont>
    <p:embeddedFont>
      <p:font typeface="游ゴシック Light" panose="020B0300000000000000" pitchFamily="50" charset="-128"/>
      <p:regular r:id="rId19"/>
    </p:embeddedFont>
  </p:embeddedFont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81130" autoAdjust="0"/>
  </p:normalViewPr>
  <p:slideViewPr>
    <p:cSldViewPr snapToGrid="0" showGuides="1">
      <p:cViewPr>
        <p:scale>
          <a:sx n="56" d="100"/>
          <a:sy n="56" d="100"/>
        </p:scale>
        <p:origin x="1065" y="24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5E770C-D30D-445A-88EC-469378111C75}"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kumimoji="1" lang="ja-JP" altLang="en-US"/>
        </a:p>
      </dgm:t>
    </dgm:pt>
    <dgm:pt modelId="{1A7613D2-307D-4E07-B614-47AA1E4A4283}">
      <dgm:prSet phldrT="[テキスト]"/>
      <dgm:spPr>
        <a:solidFill>
          <a:schemeClr val="bg1"/>
        </a:solidFill>
        <a:ln w="76200">
          <a:solidFill>
            <a:schemeClr val="tx2">
              <a:lumMod val="75000"/>
              <a:lumOff val="25000"/>
            </a:schemeClr>
          </a:solidFill>
        </a:ln>
      </dgm:spPr>
      <dgm:t>
        <a:bodyPr/>
        <a:lstStyle/>
        <a:p>
          <a:r>
            <a:rPr kumimoji="1" lang="ja-JP" altLang="en-US" b="1"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cs typeface="塩化速記フォント" panose="02000600000000000000" pitchFamily="2" charset="-128"/>
            </a:rPr>
            <a:t>自己</a:t>
          </a:r>
          <a:endParaRPr kumimoji="1" lang="en-US" altLang="ja-JP" b="1"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cs typeface="塩化速記フォント" panose="02000600000000000000" pitchFamily="2" charset="-128"/>
          </a:endParaRPr>
        </a:p>
        <a:p>
          <a:r>
            <a:rPr kumimoji="1" lang="ja-JP" altLang="en-US" b="1"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cs typeface="塩化速記フォント" panose="02000600000000000000" pitchFamily="2" charset="-128"/>
            </a:rPr>
            <a:t>紹介</a:t>
          </a:r>
        </a:p>
      </dgm:t>
    </dgm:pt>
    <dgm:pt modelId="{30515B0E-1A6A-4366-80B7-2F49484F950C}" type="parTrans" cxnId="{3DC03439-F7D3-4392-8DB5-4C6175BB328A}">
      <dgm:prSet/>
      <dgm:spPr/>
      <dgm:t>
        <a:bodyPr/>
        <a:lstStyle/>
        <a:p>
          <a:endParaRPr kumimoji="1" lang="ja-JP" altLang="en-US"/>
        </a:p>
      </dgm:t>
    </dgm:pt>
    <dgm:pt modelId="{942B757F-27FA-4F01-84D8-CB0AB30186E5}" type="sibTrans" cxnId="{3DC03439-F7D3-4392-8DB5-4C6175BB328A}">
      <dgm:prSet/>
      <dgm:spPr/>
      <dgm:t>
        <a:bodyPr/>
        <a:lstStyle/>
        <a:p>
          <a:endParaRPr kumimoji="1" lang="ja-JP" altLang="en-US"/>
        </a:p>
      </dgm:t>
    </dgm:pt>
    <dgm:pt modelId="{CE1526CD-BA96-46F5-A470-E1EAF5404C28}">
      <dgm:prSet phldrT="[テキスト]"/>
      <dgm:spPr>
        <a:solidFill>
          <a:schemeClr val="bg1"/>
        </a:solidFill>
        <a:ln w="76200">
          <a:solidFill>
            <a:schemeClr val="tx2">
              <a:lumMod val="75000"/>
              <a:lumOff val="25000"/>
            </a:schemeClr>
          </a:solidFill>
        </a:ln>
      </dgm:spPr>
      <dgm:t>
        <a:bodyPr/>
        <a:lstStyle/>
        <a:p>
          <a:r>
            <a:rPr kumimoji="1" lang="ja-JP" altLang="en-US" b="1"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rPr>
            <a:t>カード</a:t>
          </a:r>
          <a:endParaRPr kumimoji="1" lang="en-US" altLang="ja-JP" b="1"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endParaRPr>
        </a:p>
        <a:p>
          <a:r>
            <a:rPr kumimoji="1" lang="ja-JP" altLang="en-US" b="1"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rPr>
            <a:t>ゲーム</a:t>
          </a:r>
        </a:p>
      </dgm:t>
    </dgm:pt>
    <dgm:pt modelId="{F49A4B77-0660-47A7-A873-2AD400FEC7AD}" type="parTrans" cxnId="{3C8BDF36-364E-45A6-8485-D6B0B5589DAE}">
      <dgm:prSet/>
      <dgm:spPr/>
      <dgm:t>
        <a:bodyPr/>
        <a:lstStyle/>
        <a:p>
          <a:endParaRPr kumimoji="1" lang="ja-JP" altLang="en-US"/>
        </a:p>
      </dgm:t>
    </dgm:pt>
    <dgm:pt modelId="{4057071B-6E19-4AE6-A47F-9DE0F6DB9CB0}" type="sibTrans" cxnId="{3C8BDF36-364E-45A6-8485-D6B0B5589DAE}">
      <dgm:prSet/>
      <dgm:spPr/>
      <dgm:t>
        <a:bodyPr/>
        <a:lstStyle/>
        <a:p>
          <a:endParaRPr kumimoji="1" lang="ja-JP" altLang="en-US"/>
        </a:p>
      </dgm:t>
    </dgm:pt>
    <dgm:pt modelId="{435FBFD4-42B3-40B5-8691-652CE73E3BB4}">
      <dgm:prSet phldrT="[テキスト]" phldr="0"/>
      <dgm:spPr>
        <a:solidFill>
          <a:schemeClr val="bg1"/>
        </a:solidFill>
        <a:ln w="76200">
          <a:solidFill>
            <a:schemeClr val="tx2">
              <a:lumMod val="75000"/>
              <a:lumOff val="25000"/>
            </a:schemeClr>
          </a:solidFill>
        </a:ln>
      </dgm:spPr>
      <dgm:t>
        <a:bodyPr/>
        <a:lstStyle/>
        <a:p>
          <a:r>
            <a:rPr kumimoji="1" lang="ja-JP" altLang="en-US" b="1"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rPr>
            <a:t>班対抗</a:t>
          </a:r>
        </a:p>
      </dgm:t>
    </dgm:pt>
    <dgm:pt modelId="{7CEF4E16-89F7-4866-8E0C-90DE8EF2C717}" type="parTrans" cxnId="{ACDA05B0-C1BF-4139-81F9-A081D754BBF3}">
      <dgm:prSet/>
      <dgm:spPr/>
      <dgm:t>
        <a:bodyPr/>
        <a:lstStyle/>
        <a:p>
          <a:endParaRPr kumimoji="1" lang="ja-JP" altLang="en-US"/>
        </a:p>
      </dgm:t>
    </dgm:pt>
    <dgm:pt modelId="{F8A873B0-8745-408E-BEFF-E0FB70C53351}" type="sibTrans" cxnId="{ACDA05B0-C1BF-4139-81F9-A081D754BBF3}">
      <dgm:prSet/>
      <dgm:spPr/>
      <dgm:t>
        <a:bodyPr/>
        <a:lstStyle/>
        <a:p>
          <a:endParaRPr kumimoji="1" lang="ja-JP" altLang="en-US"/>
        </a:p>
      </dgm:t>
    </dgm:pt>
    <dgm:pt modelId="{76D860C6-5998-46F5-99B1-F1C0B180A78A}">
      <dgm:prSet phldrT="[テキスト]"/>
      <dgm:spPr>
        <a:solidFill>
          <a:schemeClr val="bg1"/>
        </a:solidFill>
        <a:ln w="76200">
          <a:solidFill>
            <a:schemeClr val="tx2">
              <a:lumMod val="75000"/>
              <a:lumOff val="25000"/>
            </a:schemeClr>
          </a:solidFill>
        </a:ln>
      </dgm:spPr>
      <dgm:t>
        <a:bodyPr/>
        <a:lstStyle/>
        <a:p>
          <a:r>
            <a:rPr kumimoji="1" lang="en-US" altLang="ja-JP" b="1" dirty="0" err="1">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rPr>
            <a:t>ito</a:t>
          </a:r>
          <a:endParaRPr kumimoji="1" lang="ja-JP" altLang="en-US" b="1"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endParaRPr>
        </a:p>
      </dgm:t>
    </dgm:pt>
    <dgm:pt modelId="{0162A6CC-AC54-4430-B81C-9B0F5C66E55A}" type="parTrans" cxnId="{91ABB56D-6FB9-4FD2-A526-5747DE83326C}">
      <dgm:prSet/>
      <dgm:spPr/>
      <dgm:t>
        <a:bodyPr/>
        <a:lstStyle/>
        <a:p>
          <a:endParaRPr kumimoji="1" lang="ja-JP" altLang="en-US"/>
        </a:p>
      </dgm:t>
    </dgm:pt>
    <dgm:pt modelId="{188CE217-7E74-40EF-B69F-DF9075C9F149}" type="sibTrans" cxnId="{91ABB56D-6FB9-4FD2-A526-5747DE83326C}">
      <dgm:prSet/>
      <dgm:spPr/>
      <dgm:t>
        <a:bodyPr/>
        <a:lstStyle/>
        <a:p>
          <a:endParaRPr kumimoji="1" lang="ja-JP" altLang="en-US"/>
        </a:p>
      </dgm:t>
    </dgm:pt>
    <dgm:pt modelId="{F2C8055B-9D3C-4B8A-8C14-3448838BACF2}" type="pres">
      <dgm:prSet presAssocID="{625E770C-D30D-445A-88EC-469378111C75}" presName="CompostProcess" presStyleCnt="0">
        <dgm:presLayoutVars>
          <dgm:dir/>
          <dgm:resizeHandles val="exact"/>
        </dgm:presLayoutVars>
      </dgm:prSet>
      <dgm:spPr/>
    </dgm:pt>
    <dgm:pt modelId="{CF6B7B82-C09A-44FB-A159-9E96C0F64573}" type="pres">
      <dgm:prSet presAssocID="{625E770C-D30D-445A-88EC-469378111C75}" presName="arrow" presStyleLbl="bgShp" presStyleIdx="0" presStyleCnt="1"/>
      <dgm:spPr>
        <a:noFill/>
        <a:ln w="76200">
          <a:solidFill>
            <a:schemeClr val="tx2">
              <a:lumMod val="75000"/>
              <a:lumOff val="25000"/>
            </a:schemeClr>
          </a:solidFill>
        </a:ln>
      </dgm:spPr>
    </dgm:pt>
    <dgm:pt modelId="{5E5328B6-CA4B-4CD8-86A7-7A9566B2023B}" type="pres">
      <dgm:prSet presAssocID="{625E770C-D30D-445A-88EC-469378111C75}" presName="linearProcess" presStyleCnt="0"/>
      <dgm:spPr/>
    </dgm:pt>
    <dgm:pt modelId="{13C1BB21-B7F5-464F-99A1-9CBD4FF348F1}" type="pres">
      <dgm:prSet presAssocID="{1A7613D2-307D-4E07-B614-47AA1E4A4283}" presName="textNode" presStyleLbl="node1" presStyleIdx="0" presStyleCnt="4">
        <dgm:presLayoutVars>
          <dgm:bulletEnabled val="1"/>
        </dgm:presLayoutVars>
      </dgm:prSet>
      <dgm:spPr/>
    </dgm:pt>
    <dgm:pt modelId="{ACD845FF-1225-4190-8D4B-CCFD6B2FBA04}" type="pres">
      <dgm:prSet presAssocID="{942B757F-27FA-4F01-84D8-CB0AB30186E5}" presName="sibTrans" presStyleCnt="0"/>
      <dgm:spPr/>
    </dgm:pt>
    <dgm:pt modelId="{BEA07DFA-567F-45A5-874A-F6D5B845B2D6}" type="pres">
      <dgm:prSet presAssocID="{CE1526CD-BA96-46F5-A470-E1EAF5404C28}" presName="textNode" presStyleLbl="node1" presStyleIdx="1" presStyleCnt="4">
        <dgm:presLayoutVars>
          <dgm:bulletEnabled val="1"/>
        </dgm:presLayoutVars>
      </dgm:prSet>
      <dgm:spPr/>
    </dgm:pt>
    <dgm:pt modelId="{07CC8E34-96B2-4AFF-B5F5-321A8F1FB6DE}" type="pres">
      <dgm:prSet presAssocID="{4057071B-6E19-4AE6-A47F-9DE0F6DB9CB0}" presName="sibTrans" presStyleCnt="0"/>
      <dgm:spPr/>
    </dgm:pt>
    <dgm:pt modelId="{AA0962E8-6325-4605-9B4D-E291B3D81770}" type="pres">
      <dgm:prSet presAssocID="{76D860C6-5998-46F5-99B1-F1C0B180A78A}" presName="textNode" presStyleLbl="node1" presStyleIdx="2" presStyleCnt="4">
        <dgm:presLayoutVars>
          <dgm:bulletEnabled val="1"/>
        </dgm:presLayoutVars>
      </dgm:prSet>
      <dgm:spPr/>
    </dgm:pt>
    <dgm:pt modelId="{419B9253-0900-42F6-9B2B-1B230D20B738}" type="pres">
      <dgm:prSet presAssocID="{188CE217-7E74-40EF-B69F-DF9075C9F149}" presName="sibTrans" presStyleCnt="0"/>
      <dgm:spPr/>
    </dgm:pt>
    <dgm:pt modelId="{37CD5B25-3B2A-44A5-8521-FA4D9EED900F}" type="pres">
      <dgm:prSet presAssocID="{435FBFD4-42B3-40B5-8691-652CE73E3BB4}" presName="textNode" presStyleLbl="node1" presStyleIdx="3" presStyleCnt="4">
        <dgm:presLayoutVars>
          <dgm:bulletEnabled val="1"/>
        </dgm:presLayoutVars>
      </dgm:prSet>
      <dgm:spPr/>
    </dgm:pt>
  </dgm:ptLst>
  <dgm:cxnLst>
    <dgm:cxn modelId="{4E05CA2C-4F21-49A2-9721-34740C551B13}" type="presOf" srcId="{CE1526CD-BA96-46F5-A470-E1EAF5404C28}" destId="{BEA07DFA-567F-45A5-874A-F6D5B845B2D6}" srcOrd="0" destOrd="0" presId="urn:microsoft.com/office/officeart/2005/8/layout/hProcess9"/>
    <dgm:cxn modelId="{3C8BDF36-364E-45A6-8485-D6B0B5589DAE}" srcId="{625E770C-D30D-445A-88EC-469378111C75}" destId="{CE1526CD-BA96-46F5-A470-E1EAF5404C28}" srcOrd="1" destOrd="0" parTransId="{F49A4B77-0660-47A7-A873-2AD400FEC7AD}" sibTransId="{4057071B-6E19-4AE6-A47F-9DE0F6DB9CB0}"/>
    <dgm:cxn modelId="{3DC03439-F7D3-4392-8DB5-4C6175BB328A}" srcId="{625E770C-D30D-445A-88EC-469378111C75}" destId="{1A7613D2-307D-4E07-B614-47AA1E4A4283}" srcOrd="0" destOrd="0" parTransId="{30515B0E-1A6A-4366-80B7-2F49484F950C}" sibTransId="{942B757F-27FA-4F01-84D8-CB0AB30186E5}"/>
    <dgm:cxn modelId="{4004F761-50F6-48FC-A21E-9FBE1FD90CB2}" type="presOf" srcId="{76D860C6-5998-46F5-99B1-F1C0B180A78A}" destId="{AA0962E8-6325-4605-9B4D-E291B3D81770}" srcOrd="0" destOrd="0" presId="urn:microsoft.com/office/officeart/2005/8/layout/hProcess9"/>
    <dgm:cxn modelId="{224D994A-1D35-47F9-949C-7CBB0AD472FA}" type="presOf" srcId="{625E770C-D30D-445A-88EC-469378111C75}" destId="{F2C8055B-9D3C-4B8A-8C14-3448838BACF2}" srcOrd="0" destOrd="0" presId="urn:microsoft.com/office/officeart/2005/8/layout/hProcess9"/>
    <dgm:cxn modelId="{91ABB56D-6FB9-4FD2-A526-5747DE83326C}" srcId="{625E770C-D30D-445A-88EC-469378111C75}" destId="{76D860C6-5998-46F5-99B1-F1C0B180A78A}" srcOrd="2" destOrd="0" parTransId="{0162A6CC-AC54-4430-B81C-9B0F5C66E55A}" sibTransId="{188CE217-7E74-40EF-B69F-DF9075C9F149}"/>
    <dgm:cxn modelId="{663B4E79-7286-4DA2-A750-FB962FDC8D03}" type="presOf" srcId="{1A7613D2-307D-4E07-B614-47AA1E4A4283}" destId="{13C1BB21-B7F5-464F-99A1-9CBD4FF348F1}" srcOrd="0" destOrd="0" presId="urn:microsoft.com/office/officeart/2005/8/layout/hProcess9"/>
    <dgm:cxn modelId="{ACDA05B0-C1BF-4139-81F9-A081D754BBF3}" srcId="{625E770C-D30D-445A-88EC-469378111C75}" destId="{435FBFD4-42B3-40B5-8691-652CE73E3BB4}" srcOrd="3" destOrd="0" parTransId="{7CEF4E16-89F7-4866-8E0C-90DE8EF2C717}" sibTransId="{F8A873B0-8745-408E-BEFF-E0FB70C53351}"/>
    <dgm:cxn modelId="{72A015CA-A856-4ADB-B31A-9F04FFEBFD58}" type="presOf" srcId="{435FBFD4-42B3-40B5-8691-652CE73E3BB4}" destId="{37CD5B25-3B2A-44A5-8521-FA4D9EED900F}" srcOrd="0" destOrd="0" presId="urn:microsoft.com/office/officeart/2005/8/layout/hProcess9"/>
    <dgm:cxn modelId="{40C40782-AEC2-4E94-985A-B8061CCFC222}" type="presParOf" srcId="{F2C8055B-9D3C-4B8A-8C14-3448838BACF2}" destId="{CF6B7B82-C09A-44FB-A159-9E96C0F64573}" srcOrd="0" destOrd="0" presId="urn:microsoft.com/office/officeart/2005/8/layout/hProcess9"/>
    <dgm:cxn modelId="{2CCA5A3C-3C0D-46D4-9911-909FFB8CC111}" type="presParOf" srcId="{F2C8055B-9D3C-4B8A-8C14-3448838BACF2}" destId="{5E5328B6-CA4B-4CD8-86A7-7A9566B2023B}" srcOrd="1" destOrd="0" presId="urn:microsoft.com/office/officeart/2005/8/layout/hProcess9"/>
    <dgm:cxn modelId="{F529DB25-3563-4BB6-B7EC-726150D00715}" type="presParOf" srcId="{5E5328B6-CA4B-4CD8-86A7-7A9566B2023B}" destId="{13C1BB21-B7F5-464F-99A1-9CBD4FF348F1}" srcOrd="0" destOrd="0" presId="urn:microsoft.com/office/officeart/2005/8/layout/hProcess9"/>
    <dgm:cxn modelId="{90CDCC2E-76F1-4749-9C65-70EA589C0CAD}" type="presParOf" srcId="{5E5328B6-CA4B-4CD8-86A7-7A9566B2023B}" destId="{ACD845FF-1225-4190-8D4B-CCFD6B2FBA04}" srcOrd="1" destOrd="0" presId="urn:microsoft.com/office/officeart/2005/8/layout/hProcess9"/>
    <dgm:cxn modelId="{4BC65E19-FB05-4767-885D-94685053A3EA}" type="presParOf" srcId="{5E5328B6-CA4B-4CD8-86A7-7A9566B2023B}" destId="{BEA07DFA-567F-45A5-874A-F6D5B845B2D6}" srcOrd="2" destOrd="0" presId="urn:microsoft.com/office/officeart/2005/8/layout/hProcess9"/>
    <dgm:cxn modelId="{E1067303-262F-4A4D-A6FB-DB89700D334C}" type="presParOf" srcId="{5E5328B6-CA4B-4CD8-86A7-7A9566B2023B}" destId="{07CC8E34-96B2-4AFF-B5F5-321A8F1FB6DE}" srcOrd="3" destOrd="0" presId="urn:microsoft.com/office/officeart/2005/8/layout/hProcess9"/>
    <dgm:cxn modelId="{34D840AC-D942-4BB9-9356-AEC813A3F40A}" type="presParOf" srcId="{5E5328B6-CA4B-4CD8-86A7-7A9566B2023B}" destId="{AA0962E8-6325-4605-9B4D-E291B3D81770}" srcOrd="4" destOrd="0" presId="urn:microsoft.com/office/officeart/2005/8/layout/hProcess9"/>
    <dgm:cxn modelId="{D50C1B32-9222-4980-8184-568DA7442BBD}" type="presParOf" srcId="{5E5328B6-CA4B-4CD8-86A7-7A9566B2023B}" destId="{419B9253-0900-42F6-9B2B-1B230D20B738}" srcOrd="5" destOrd="0" presId="urn:microsoft.com/office/officeart/2005/8/layout/hProcess9"/>
    <dgm:cxn modelId="{8C377E90-B474-4BC4-AC35-0981F1BB4F64}" type="presParOf" srcId="{5E5328B6-CA4B-4CD8-86A7-7A9566B2023B}" destId="{37CD5B25-3B2A-44A5-8521-FA4D9EED900F}"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B7B82-C09A-44FB-A159-9E96C0F64573}">
      <dsp:nvSpPr>
        <dsp:cNvPr id="0" name=""/>
        <dsp:cNvSpPr/>
      </dsp:nvSpPr>
      <dsp:spPr>
        <a:xfrm>
          <a:off x="822363" y="0"/>
          <a:ext cx="9320121" cy="5021175"/>
        </a:xfrm>
        <a:prstGeom prst="rightArrow">
          <a:avLst/>
        </a:prstGeom>
        <a:noFill/>
        <a:ln w="76200">
          <a:solidFill>
            <a:schemeClr val="tx2">
              <a:lumMod val="75000"/>
              <a:lumOff val="25000"/>
            </a:schemeClr>
          </a:solidFill>
        </a:ln>
        <a:effectLst/>
      </dsp:spPr>
      <dsp:style>
        <a:lnRef idx="0">
          <a:scrgbClr r="0" g="0" b="0"/>
        </a:lnRef>
        <a:fillRef idx="1">
          <a:scrgbClr r="0" g="0" b="0"/>
        </a:fillRef>
        <a:effectRef idx="0">
          <a:scrgbClr r="0" g="0" b="0"/>
        </a:effectRef>
        <a:fontRef idx="minor"/>
      </dsp:style>
    </dsp:sp>
    <dsp:sp modelId="{13C1BB21-B7F5-464F-99A1-9CBD4FF348F1}">
      <dsp:nvSpPr>
        <dsp:cNvPr id="0" name=""/>
        <dsp:cNvSpPr/>
      </dsp:nvSpPr>
      <dsp:spPr>
        <a:xfrm>
          <a:off x="3747" y="1506352"/>
          <a:ext cx="2434967" cy="2008470"/>
        </a:xfrm>
        <a:prstGeom prst="roundRect">
          <a:avLst/>
        </a:prstGeom>
        <a:solidFill>
          <a:schemeClr val="bg1"/>
        </a:solidFill>
        <a:ln w="76200" cap="flat" cmpd="sng" algn="ctr">
          <a:solidFill>
            <a:schemeClr val="tx2">
              <a:lumMod val="75000"/>
              <a:lumOff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ja-JP" altLang="en-US" sz="3000" b="1" kern="1200"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cs typeface="塩化速記フォント" panose="02000600000000000000" pitchFamily="2" charset="-128"/>
            </a:rPr>
            <a:t>自己</a:t>
          </a:r>
          <a:endParaRPr kumimoji="1" lang="en-US" altLang="ja-JP" sz="3000" b="1" kern="1200"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cs typeface="塩化速記フォント" panose="02000600000000000000" pitchFamily="2" charset="-128"/>
          </a:endParaRPr>
        </a:p>
        <a:p>
          <a:pPr marL="0" lvl="0" indent="0" algn="ctr" defTabSz="1333500">
            <a:lnSpc>
              <a:spcPct val="90000"/>
            </a:lnSpc>
            <a:spcBef>
              <a:spcPct val="0"/>
            </a:spcBef>
            <a:spcAft>
              <a:spcPct val="35000"/>
            </a:spcAft>
            <a:buNone/>
          </a:pPr>
          <a:r>
            <a:rPr kumimoji="1" lang="ja-JP" altLang="en-US" sz="3000" b="1" kern="1200"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cs typeface="塩化速記フォント" panose="02000600000000000000" pitchFamily="2" charset="-128"/>
            </a:rPr>
            <a:t>紹介</a:t>
          </a:r>
        </a:p>
      </dsp:txBody>
      <dsp:txXfrm>
        <a:off x="101792" y="1604397"/>
        <a:ext cx="2238877" cy="1812380"/>
      </dsp:txXfrm>
    </dsp:sp>
    <dsp:sp modelId="{BEA07DFA-567F-45A5-874A-F6D5B845B2D6}">
      <dsp:nvSpPr>
        <dsp:cNvPr id="0" name=""/>
        <dsp:cNvSpPr/>
      </dsp:nvSpPr>
      <dsp:spPr>
        <a:xfrm>
          <a:off x="2844543" y="1506352"/>
          <a:ext cx="2434967" cy="2008470"/>
        </a:xfrm>
        <a:prstGeom prst="roundRect">
          <a:avLst/>
        </a:prstGeom>
        <a:solidFill>
          <a:schemeClr val="bg1"/>
        </a:solidFill>
        <a:ln w="76200" cap="flat" cmpd="sng" algn="ctr">
          <a:solidFill>
            <a:schemeClr val="tx2">
              <a:lumMod val="75000"/>
              <a:lumOff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ja-JP" altLang="en-US" sz="3000" b="1" kern="1200"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rPr>
            <a:t>カード</a:t>
          </a:r>
          <a:endParaRPr kumimoji="1" lang="en-US" altLang="ja-JP" sz="3000" b="1" kern="1200"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endParaRPr>
        </a:p>
        <a:p>
          <a:pPr marL="0" lvl="0" indent="0" algn="ctr" defTabSz="1333500">
            <a:lnSpc>
              <a:spcPct val="90000"/>
            </a:lnSpc>
            <a:spcBef>
              <a:spcPct val="0"/>
            </a:spcBef>
            <a:spcAft>
              <a:spcPct val="35000"/>
            </a:spcAft>
            <a:buNone/>
          </a:pPr>
          <a:r>
            <a:rPr kumimoji="1" lang="ja-JP" altLang="en-US" sz="3000" b="1" kern="1200"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rPr>
            <a:t>ゲーム</a:t>
          </a:r>
        </a:p>
      </dsp:txBody>
      <dsp:txXfrm>
        <a:off x="2942588" y="1604397"/>
        <a:ext cx="2238877" cy="1812380"/>
      </dsp:txXfrm>
    </dsp:sp>
    <dsp:sp modelId="{AA0962E8-6325-4605-9B4D-E291B3D81770}">
      <dsp:nvSpPr>
        <dsp:cNvPr id="0" name=""/>
        <dsp:cNvSpPr/>
      </dsp:nvSpPr>
      <dsp:spPr>
        <a:xfrm>
          <a:off x="5685338" y="1506352"/>
          <a:ext cx="2434967" cy="2008470"/>
        </a:xfrm>
        <a:prstGeom prst="roundRect">
          <a:avLst/>
        </a:prstGeom>
        <a:solidFill>
          <a:schemeClr val="bg1"/>
        </a:solidFill>
        <a:ln w="76200" cap="flat" cmpd="sng" algn="ctr">
          <a:solidFill>
            <a:schemeClr val="tx2">
              <a:lumMod val="75000"/>
              <a:lumOff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en-US" altLang="ja-JP" sz="3000" b="1" kern="1200" dirty="0" err="1">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rPr>
            <a:t>ito</a:t>
          </a:r>
          <a:endParaRPr kumimoji="1" lang="ja-JP" altLang="en-US" sz="3000" b="1" kern="1200"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endParaRPr>
        </a:p>
      </dsp:txBody>
      <dsp:txXfrm>
        <a:off x="5783383" y="1604397"/>
        <a:ext cx="2238877" cy="1812380"/>
      </dsp:txXfrm>
    </dsp:sp>
    <dsp:sp modelId="{37CD5B25-3B2A-44A5-8521-FA4D9EED900F}">
      <dsp:nvSpPr>
        <dsp:cNvPr id="0" name=""/>
        <dsp:cNvSpPr/>
      </dsp:nvSpPr>
      <dsp:spPr>
        <a:xfrm>
          <a:off x="8526133" y="1506352"/>
          <a:ext cx="2434967" cy="2008470"/>
        </a:xfrm>
        <a:prstGeom prst="roundRect">
          <a:avLst/>
        </a:prstGeom>
        <a:solidFill>
          <a:schemeClr val="bg1"/>
        </a:solidFill>
        <a:ln w="76200" cap="flat" cmpd="sng" algn="ctr">
          <a:solidFill>
            <a:schemeClr val="tx2">
              <a:lumMod val="75000"/>
              <a:lumOff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ja-JP" altLang="en-US" sz="3000" b="1" kern="1200" dirty="0">
              <a:solidFill>
                <a:schemeClr val="tx1">
                  <a:lumMod val="95000"/>
                  <a:lumOff val="5000"/>
                </a:schemeClr>
              </a:solidFill>
              <a:latin typeface="源ノ角ゴシック Code JP M" panose="020B0600000000000000" pitchFamily="34" charset="-128"/>
              <a:ea typeface="源ノ角ゴシック Code JP M" panose="020B0600000000000000" pitchFamily="34" charset="-128"/>
            </a:rPr>
            <a:t>班対抗</a:t>
          </a:r>
        </a:p>
      </dsp:txBody>
      <dsp:txXfrm>
        <a:off x="8624178" y="1604397"/>
        <a:ext cx="2238877" cy="181238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9A7D0-2E52-4942-89E9-583A790DEAD1}" type="datetimeFigureOut">
              <a:rPr kumimoji="1" lang="ja-JP" altLang="en-US" smtClean="0"/>
              <a:t>2026/4/27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7E0744-B59D-4D89-9695-4211950FBE40}" type="slidenum">
              <a:rPr kumimoji="1" lang="ja-JP" altLang="en-US" smtClean="0"/>
              <a:t>‹#›</a:t>
            </a:fld>
            <a:endParaRPr kumimoji="1" lang="ja-JP" altLang="en-US"/>
          </a:p>
        </p:txBody>
      </p:sp>
    </p:spTree>
    <p:extLst>
      <p:ext uri="{BB962C8B-B14F-4D97-AF65-F5344CB8AC3E}">
        <p14:creationId xmlns:p14="http://schemas.microsoft.com/office/powerpoint/2010/main" val="134355001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見せるだけ</a:t>
            </a:r>
          </a:p>
        </p:txBody>
      </p:sp>
      <p:sp>
        <p:nvSpPr>
          <p:cNvPr id="4" name="スライド番号プレースホルダー 3"/>
          <p:cNvSpPr>
            <a:spLocks noGrp="1"/>
          </p:cNvSpPr>
          <p:nvPr>
            <p:ph type="sldNum" sz="quarter" idx="5"/>
          </p:nvPr>
        </p:nvSpPr>
        <p:spPr/>
        <p:txBody>
          <a:bodyPr/>
          <a:lstStyle/>
          <a:p>
            <a:fld id="{647E0744-B59D-4D89-9695-4211950FBE40}" type="slidenum">
              <a:rPr kumimoji="1" lang="ja-JP" altLang="en-US" smtClean="0"/>
              <a:t>1</a:t>
            </a:fld>
            <a:endParaRPr kumimoji="1" lang="ja-JP" altLang="en-US"/>
          </a:p>
        </p:txBody>
      </p:sp>
    </p:spTree>
    <p:extLst>
      <p:ext uri="{BB962C8B-B14F-4D97-AF65-F5344CB8AC3E}">
        <p14:creationId xmlns:p14="http://schemas.microsoft.com/office/powerpoint/2010/main" val="103363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学生交流会始める挨拶</a:t>
            </a:r>
            <a:endParaRPr kumimoji="1" lang="en-US" altLang="ja-JP" dirty="0"/>
          </a:p>
          <a:p>
            <a:r>
              <a:rPr kumimoji="1" lang="ja-JP" altLang="en-US" dirty="0"/>
              <a:t>司会の名前，ヘルプしてくれるスタッフたちの名前など紹介</a:t>
            </a:r>
            <a:endParaRPr kumimoji="1" lang="en-US" altLang="ja-JP" dirty="0"/>
          </a:p>
          <a:p>
            <a:r>
              <a:rPr kumimoji="1" lang="ja-JP" altLang="en-US" dirty="0"/>
              <a:t>司会→原田→坂本→田中→本田</a:t>
            </a:r>
            <a:endParaRPr kumimoji="1" lang="en-US" altLang="ja-JP" dirty="0"/>
          </a:p>
        </p:txBody>
      </p:sp>
      <p:sp>
        <p:nvSpPr>
          <p:cNvPr id="4" name="スライド番号プレースホルダー 3"/>
          <p:cNvSpPr>
            <a:spLocks noGrp="1"/>
          </p:cNvSpPr>
          <p:nvPr>
            <p:ph type="sldNum" sz="quarter" idx="5"/>
          </p:nvPr>
        </p:nvSpPr>
        <p:spPr/>
        <p:txBody>
          <a:bodyPr/>
          <a:lstStyle/>
          <a:p>
            <a:fld id="{647E0744-B59D-4D89-9695-4211950FBE40}" type="slidenum">
              <a:rPr kumimoji="1" lang="ja-JP" altLang="en-US" smtClean="0"/>
              <a:t>2</a:t>
            </a:fld>
            <a:endParaRPr kumimoji="1" lang="ja-JP" altLang="en-US"/>
          </a:p>
        </p:txBody>
      </p:sp>
    </p:spTree>
    <p:extLst>
      <p:ext uri="{BB962C8B-B14F-4D97-AF65-F5344CB8AC3E}">
        <p14:creationId xmlns:p14="http://schemas.microsoft.com/office/powerpoint/2010/main" val="2185087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プログラムの説明</a:t>
            </a:r>
            <a:endParaRPr kumimoji="1" lang="en-US" altLang="ja-JP" dirty="0"/>
          </a:p>
          <a:p>
            <a:r>
              <a:rPr kumimoji="1" lang="ja-JP" altLang="en-US" dirty="0"/>
              <a:t>自己紹介（７分），カードゲーム（２５分），</a:t>
            </a:r>
            <a:r>
              <a:rPr kumimoji="1" lang="en-US" altLang="ja-JP" dirty="0" err="1"/>
              <a:t>ito</a:t>
            </a:r>
            <a:r>
              <a:rPr kumimoji="1" lang="ja-JP" altLang="en-US" dirty="0"/>
              <a:t>（</a:t>
            </a:r>
            <a:r>
              <a:rPr kumimoji="1" lang="en-US" altLang="ja-JP" dirty="0"/>
              <a:t>13</a:t>
            </a:r>
            <a:r>
              <a:rPr kumimoji="1" lang="ja-JP" altLang="en-US" dirty="0"/>
              <a:t>分），班対抗（</a:t>
            </a:r>
            <a:r>
              <a:rPr kumimoji="1" lang="en-US" altLang="ja-JP" dirty="0"/>
              <a:t>25</a:t>
            </a:r>
            <a:r>
              <a:rPr kumimoji="1" lang="ja-JP" altLang="en-US" dirty="0"/>
              <a:t>分）</a:t>
            </a:r>
          </a:p>
        </p:txBody>
      </p:sp>
      <p:sp>
        <p:nvSpPr>
          <p:cNvPr id="4" name="スライド番号プレースホルダー 3"/>
          <p:cNvSpPr>
            <a:spLocks noGrp="1"/>
          </p:cNvSpPr>
          <p:nvPr>
            <p:ph type="sldNum" sz="quarter" idx="5"/>
          </p:nvPr>
        </p:nvSpPr>
        <p:spPr/>
        <p:txBody>
          <a:bodyPr/>
          <a:lstStyle/>
          <a:p>
            <a:fld id="{647E0744-B59D-4D89-9695-4211950FBE40}" type="slidenum">
              <a:rPr kumimoji="1" lang="ja-JP" altLang="en-US" smtClean="0"/>
              <a:t>3</a:t>
            </a:fld>
            <a:endParaRPr kumimoji="1" lang="ja-JP" altLang="en-US"/>
          </a:p>
        </p:txBody>
      </p:sp>
    </p:spTree>
    <p:extLst>
      <p:ext uri="{BB962C8B-B14F-4D97-AF65-F5344CB8AC3E}">
        <p14:creationId xmlns:p14="http://schemas.microsoft.com/office/powerpoint/2010/main" val="1520411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47E0744-B59D-4D89-9695-4211950FBE40}" type="slidenum">
              <a:rPr kumimoji="1" lang="ja-JP" altLang="en-US" smtClean="0"/>
              <a:t>4</a:t>
            </a:fld>
            <a:endParaRPr kumimoji="1" lang="ja-JP" altLang="en-US"/>
          </a:p>
        </p:txBody>
      </p:sp>
    </p:spTree>
    <p:extLst>
      <p:ext uri="{BB962C8B-B14F-4D97-AF65-F5344CB8AC3E}">
        <p14:creationId xmlns:p14="http://schemas.microsoft.com/office/powerpoint/2010/main" val="4202956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画面にあるやつはテンプレート</a:t>
            </a:r>
          </a:p>
        </p:txBody>
      </p:sp>
      <p:sp>
        <p:nvSpPr>
          <p:cNvPr id="4" name="スライド番号プレースホルダー 3"/>
          <p:cNvSpPr>
            <a:spLocks noGrp="1"/>
          </p:cNvSpPr>
          <p:nvPr>
            <p:ph type="sldNum" sz="quarter" idx="5"/>
          </p:nvPr>
        </p:nvSpPr>
        <p:spPr/>
        <p:txBody>
          <a:bodyPr/>
          <a:lstStyle/>
          <a:p>
            <a:fld id="{647E0744-B59D-4D89-9695-4211950FBE40}" type="slidenum">
              <a:rPr kumimoji="1" lang="ja-JP" altLang="en-US" smtClean="0"/>
              <a:t>5</a:t>
            </a:fld>
            <a:endParaRPr kumimoji="1" lang="ja-JP" altLang="en-US"/>
          </a:p>
        </p:txBody>
      </p:sp>
    </p:spTree>
    <p:extLst>
      <p:ext uri="{BB962C8B-B14F-4D97-AF65-F5344CB8AC3E}">
        <p14:creationId xmlns:p14="http://schemas.microsoft.com/office/powerpoint/2010/main" val="89672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お菓子の様子は頭の片隅に入れておく</a:t>
            </a:r>
            <a:endParaRPr kumimoji="1" lang="en-US" altLang="ja-JP" dirty="0"/>
          </a:p>
        </p:txBody>
      </p:sp>
      <p:sp>
        <p:nvSpPr>
          <p:cNvPr id="4" name="スライド番号プレースホルダー 3"/>
          <p:cNvSpPr>
            <a:spLocks noGrp="1"/>
          </p:cNvSpPr>
          <p:nvPr>
            <p:ph type="sldNum" sz="quarter" idx="5"/>
          </p:nvPr>
        </p:nvSpPr>
        <p:spPr/>
        <p:txBody>
          <a:bodyPr/>
          <a:lstStyle/>
          <a:p>
            <a:fld id="{647E0744-B59D-4D89-9695-4211950FBE40}" type="slidenum">
              <a:rPr kumimoji="1" lang="ja-JP" altLang="en-US" smtClean="0"/>
              <a:t>6</a:t>
            </a:fld>
            <a:endParaRPr kumimoji="1" lang="ja-JP" altLang="en-US"/>
          </a:p>
        </p:txBody>
      </p:sp>
    </p:spTree>
    <p:extLst>
      <p:ext uri="{BB962C8B-B14F-4D97-AF65-F5344CB8AC3E}">
        <p14:creationId xmlns:p14="http://schemas.microsoft.com/office/powerpoint/2010/main" val="2367415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47E0744-B59D-4D89-9695-4211950FBE40}" type="slidenum">
              <a:rPr kumimoji="1" lang="ja-JP" altLang="en-US" smtClean="0"/>
              <a:t>7</a:t>
            </a:fld>
            <a:endParaRPr kumimoji="1" lang="ja-JP" altLang="en-US"/>
          </a:p>
        </p:txBody>
      </p:sp>
    </p:spTree>
    <p:extLst>
      <p:ext uri="{BB962C8B-B14F-4D97-AF65-F5344CB8AC3E}">
        <p14:creationId xmlns:p14="http://schemas.microsoft.com/office/powerpoint/2010/main" val="3081443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ここで山下の</a:t>
            </a:r>
            <a:r>
              <a:rPr kumimoji="1" lang="en-US" altLang="ja-JP" dirty="0"/>
              <a:t>PC</a:t>
            </a:r>
            <a:r>
              <a:rPr kumimoji="1" lang="ja-JP" altLang="en-US" dirty="0"/>
              <a:t>に切り替える</a:t>
            </a:r>
            <a:endParaRPr kumimoji="1" lang="en-US" altLang="ja-JP" dirty="0"/>
          </a:p>
          <a:p>
            <a:r>
              <a:rPr kumimoji="1" lang="ja-JP" altLang="en-US" dirty="0"/>
              <a:t>動画を再生して，</a:t>
            </a:r>
            <a:r>
              <a:rPr kumimoji="1" lang="en-US" altLang="ja-JP" dirty="0"/>
              <a:t>Win P</a:t>
            </a:r>
            <a:r>
              <a:rPr kumimoji="1" lang="ja-JP" altLang="en-US" dirty="0"/>
              <a:t>で拡張にして，ウェブアプリから</a:t>
            </a:r>
            <a:r>
              <a:rPr kumimoji="1" lang="en-US" altLang="ja-JP" dirty="0"/>
              <a:t>QR</a:t>
            </a:r>
            <a:r>
              <a:rPr kumimoji="1" lang="ja-JP" altLang="en-US" dirty="0"/>
              <a:t>コードをスクショしてスニッピングツールで開いてそれを拡張画面に見せる</a:t>
            </a:r>
          </a:p>
        </p:txBody>
      </p:sp>
      <p:sp>
        <p:nvSpPr>
          <p:cNvPr id="4" name="スライド番号プレースホルダー 3"/>
          <p:cNvSpPr>
            <a:spLocks noGrp="1"/>
          </p:cNvSpPr>
          <p:nvPr>
            <p:ph type="sldNum" sz="quarter" idx="5"/>
          </p:nvPr>
        </p:nvSpPr>
        <p:spPr/>
        <p:txBody>
          <a:bodyPr/>
          <a:lstStyle/>
          <a:p>
            <a:fld id="{647E0744-B59D-4D89-9695-4211950FBE40}" type="slidenum">
              <a:rPr kumimoji="1" lang="ja-JP" altLang="en-US" smtClean="0"/>
              <a:t>8</a:t>
            </a:fld>
            <a:endParaRPr kumimoji="1" lang="ja-JP" altLang="en-US"/>
          </a:p>
        </p:txBody>
      </p:sp>
    </p:spTree>
    <p:extLst>
      <p:ext uri="{BB962C8B-B14F-4D97-AF65-F5344CB8AC3E}">
        <p14:creationId xmlns:p14="http://schemas.microsoft.com/office/powerpoint/2010/main" val="1578500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ポイントが高い順に前にあるお菓子とモンエナとクリアファイルを</a:t>
            </a:r>
            <a:r>
              <a:rPr kumimoji="1" lang="en-US" altLang="ja-JP" dirty="0"/>
              <a:t>1</a:t>
            </a:r>
            <a:r>
              <a:rPr kumimoji="1" lang="ja-JP" altLang="en-US" dirty="0"/>
              <a:t>本</a:t>
            </a:r>
            <a:r>
              <a:rPr kumimoji="1" lang="en-US" altLang="ja-JP" dirty="0"/>
              <a:t>1</a:t>
            </a:r>
            <a:r>
              <a:rPr kumimoji="1" lang="ja-JP" altLang="en-US" dirty="0"/>
              <a:t>個１枚ずつ取りに行く</a:t>
            </a:r>
            <a:endParaRPr kumimoji="1" lang="en-US" altLang="ja-JP" dirty="0"/>
          </a:p>
          <a:p>
            <a:r>
              <a:rPr kumimoji="1" lang="ja-JP" altLang="en-US" dirty="0"/>
              <a:t>いらないのは摂らなくてもいいし，いらない人は帰っても良い</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647E0744-B59D-4D89-9695-4211950FBE40}" type="slidenum">
              <a:rPr kumimoji="1" lang="ja-JP" altLang="en-US" smtClean="0"/>
              <a:t>9</a:t>
            </a:fld>
            <a:endParaRPr kumimoji="1" lang="ja-JP" altLang="en-US"/>
          </a:p>
        </p:txBody>
      </p:sp>
    </p:spTree>
    <p:extLst>
      <p:ext uri="{BB962C8B-B14F-4D97-AF65-F5344CB8AC3E}">
        <p14:creationId xmlns:p14="http://schemas.microsoft.com/office/powerpoint/2010/main" val="271242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377DD5-ACFD-4547-0B22-B948F06AB36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93A8B9C-4B21-A305-F227-04851E5490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9C57E15-6B2F-550D-1F78-9310FC560097}"/>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40C7E09E-3A1F-F2B3-0675-6C12A110DA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E03DAD6-9BEC-14D9-3667-178998DCB5AC}"/>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1440114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4B32B3-EB19-B9CF-3AA1-E41D73F0F52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9F4A081-AAA9-9C67-2C5B-69A37711661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F47F033-45D9-09FE-99D3-02ECC2EC2E7D}"/>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E24889C7-6948-910F-C709-BC3821C709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96BCD9D-6066-F150-F195-44ACA867DE87}"/>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783701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DAFEC5-A05D-7D7B-C924-56D91507948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5F143D4-B944-AB4E-2EA1-B0F023C7A9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3D4886D-A625-D00A-49D3-033010C14544}"/>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AB7EBAF9-C9A3-DB7A-87C8-1B04EA107D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E9F9612-3B20-0869-C34B-75E3B8ACAC77}"/>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2810911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FAA3F0-CBDA-CD6F-CC06-C6CF802F293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FCA7B6A-B57A-E3BD-D2F7-9937012EF6A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96D6616-C9D7-D4C4-F5D7-1305072EDCE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FD6FDEB-A29D-1A75-7CD6-A184521FA7C5}"/>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AEFFF174-74C0-3B75-E863-A4632604547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8B134B-7BEA-C6B6-47E6-70DB458C28AF}"/>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583016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78B35C-AA4C-F518-35EC-F26B1C4250E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B4B7AAD-A5DC-0E68-9925-8C1B3C7C04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9BA25A8-B8E6-84E1-9610-2C9535EA64E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4720DF7-965B-D7A1-1F96-F6A5A69631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26B6E12-07C2-2762-DE04-11A9ECD33AF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94D5048-AD02-9738-FCE1-3D4584567DF8}"/>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8" name="フッター プレースホルダー 7">
            <a:extLst>
              <a:ext uri="{FF2B5EF4-FFF2-40B4-BE49-F238E27FC236}">
                <a16:creationId xmlns:a16="http://schemas.microsoft.com/office/drawing/2014/main" id="{90E8385E-2188-21A1-EDD4-D924534CF20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A4C9BFB-395F-DA08-B70E-E90BCD7E44C8}"/>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2845220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4B80E5-7296-AA6F-91CC-08217C1BC02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A3E5FBD-6ECF-3E92-373F-D59022DF58D9}"/>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4" name="フッター プレースホルダー 3">
            <a:extLst>
              <a:ext uri="{FF2B5EF4-FFF2-40B4-BE49-F238E27FC236}">
                <a16:creationId xmlns:a16="http://schemas.microsoft.com/office/drawing/2014/main" id="{B61C91F6-6944-ACD4-C8AD-15636BA8A8E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2CA223F-8E31-96A3-66BA-B8A3CECF72EE}"/>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4087164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BE50240-72A9-4405-7C0E-23C9EE600E92}"/>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3" name="フッター プレースホルダー 2">
            <a:extLst>
              <a:ext uri="{FF2B5EF4-FFF2-40B4-BE49-F238E27FC236}">
                <a16:creationId xmlns:a16="http://schemas.microsoft.com/office/drawing/2014/main" id="{2F2C99D5-B9C9-9C38-E8D1-16A71313431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47820F0-742F-B27F-B5A1-03536940961E}"/>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1674788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4D4C4A-D3AD-CD5A-2024-BA6FE5D003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338878B-0F6D-5964-16A2-58139D8891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062A53D-2DD1-4FAF-A9FD-07908D2871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19EA105-F0E9-0EF7-5704-D59A5B55583C}"/>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9495C4A4-995E-04F7-F251-26565B41D75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B5F21D0-66B0-E08A-FC7B-384CAC3FD5F4}"/>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3262693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013348-E56C-A4A4-C899-FDCE039208A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C81F76F-120E-E3DA-1509-9DFD1D0E21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10A793D-E791-9859-58EC-B7E9B21328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ADDE61F-2A6D-A0CB-785F-9D67F41013C7}"/>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C37E8FBD-05C4-ADC1-C397-058447C15F8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A0D52C6-C219-CD20-F621-B05FB0EB6BE2}"/>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1406891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96A18A-A2B3-6055-74CF-7E4029FE45F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786390D-7BF0-9972-6A12-76CE216CB86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4F9B0DF-180D-ABBE-31C3-EB2E3DFCF2E2}"/>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A15159A8-AFC3-0695-D75D-54F07714EDD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A9B37D-E16B-452D-A213-31CBBD712CEF}"/>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2314702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289FD91-7158-94B5-A2CB-1215BE24373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D17B7C3-C3C7-3714-F4CF-15A60AA94D6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9CA5C07-DBA4-9C48-6376-0927A3061F6B}"/>
              </a:ext>
            </a:extLst>
          </p:cNvPr>
          <p:cNvSpPr>
            <a:spLocks noGrp="1"/>
          </p:cNvSpPr>
          <p:nvPr>
            <p:ph type="dt" sz="half" idx="10"/>
          </p:nvPr>
        </p:nvSpPr>
        <p:spPr/>
        <p:txBody>
          <a:bodyPr/>
          <a:lstStyle/>
          <a:p>
            <a:fld id="{33D6808C-9465-4E18-A5EA-DC4A275FAC57}"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10A31E06-B3CB-9CF2-A2CC-465FBAA1D2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3A0DDA6-33EC-A2E9-26DF-C6D4AAEFD5EA}"/>
              </a:ext>
            </a:extLst>
          </p:cNvPr>
          <p:cNvSpPr>
            <a:spLocks noGrp="1"/>
          </p:cNvSpPr>
          <p:nvPr>
            <p:ph type="sldNum" sz="quarter" idx="12"/>
          </p:nvPr>
        </p:nvSpPr>
        <p:spPr/>
        <p:txBody>
          <a:body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302703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2257199-A3F6-D3E1-9D91-9D426DFAD5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90AB1CA-CAA2-6830-45CA-CE9C8F7816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01FDE16-042F-73EA-9ADF-7DED107D88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D6808C-9465-4E18-A5EA-DC4A275FAC57}"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D3FFEDF3-0F36-0655-DB59-AC514847AC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6B17A8F-39BD-29AB-7A10-3BA2BBB0C7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0779FE-1E42-4A4B-9E81-905A5DC3398D}" type="slidenum">
              <a:rPr kumimoji="1" lang="ja-JP" altLang="en-US" smtClean="0"/>
              <a:t>‹#›</a:t>
            </a:fld>
            <a:endParaRPr kumimoji="1" lang="ja-JP" altLang="en-US"/>
          </a:p>
        </p:txBody>
      </p:sp>
    </p:spTree>
    <p:extLst>
      <p:ext uri="{BB962C8B-B14F-4D97-AF65-F5344CB8AC3E}">
        <p14:creationId xmlns:p14="http://schemas.microsoft.com/office/powerpoint/2010/main" val="4070030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hyperlink" Target="https://youtu.be/Viu8Jx1PPnQ?si=sN83y23tf7RBQ0X"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507382-82E5-DE35-C953-4001A8B62C31}"/>
              </a:ext>
            </a:extLst>
          </p:cNvPr>
          <p:cNvSpPr>
            <a:spLocks noGrp="1"/>
          </p:cNvSpPr>
          <p:nvPr>
            <p:ph type="ctrTitle"/>
          </p:nvPr>
        </p:nvSpPr>
        <p:spPr/>
        <p:txBody>
          <a:bodyPr/>
          <a:lstStyle/>
          <a:p>
            <a:endParaRPr kumimoji="1" lang="ja-JP" altLang="en-US" dirty="0">
              <a:latin typeface="源ノ角ゴシック Code JP M" panose="020B0600000000000000" pitchFamily="34" charset="-128"/>
              <a:ea typeface="源ノ角ゴシック Code JP M" panose="020B0600000000000000" pitchFamily="34" charset="-128"/>
            </a:endParaRPr>
          </a:p>
        </p:txBody>
      </p:sp>
      <p:sp>
        <p:nvSpPr>
          <p:cNvPr id="3" name="字幕 2">
            <a:extLst>
              <a:ext uri="{FF2B5EF4-FFF2-40B4-BE49-F238E27FC236}">
                <a16:creationId xmlns:a16="http://schemas.microsoft.com/office/drawing/2014/main" id="{B07EE366-B69B-68B9-12A8-0B76D58D5EF6}"/>
              </a:ext>
            </a:extLst>
          </p:cNvPr>
          <p:cNvSpPr>
            <a:spLocks noGrp="1"/>
          </p:cNvSpPr>
          <p:nvPr>
            <p:ph type="subTitle" idx="1"/>
          </p:nvPr>
        </p:nvSpPr>
        <p:spPr/>
        <p:txBody>
          <a:bodyPr/>
          <a:lstStyle/>
          <a:p>
            <a:endParaRPr kumimoji="1" lang="ja-JP" altLang="en-US">
              <a:latin typeface="源ノ角ゴシック Code JP M" panose="020B0600000000000000" pitchFamily="34" charset="-128"/>
              <a:ea typeface="源ノ角ゴシック Code JP M" panose="020B0600000000000000" pitchFamily="34" charset="-128"/>
            </a:endParaRPr>
          </a:p>
        </p:txBody>
      </p:sp>
      <p:sp>
        <p:nvSpPr>
          <p:cNvPr id="8" name="テキスト ボックス 7">
            <a:extLst>
              <a:ext uri="{FF2B5EF4-FFF2-40B4-BE49-F238E27FC236}">
                <a16:creationId xmlns:a16="http://schemas.microsoft.com/office/drawing/2014/main" id="{1068AA9A-FFC9-CC47-45ED-67C08755F6BA}"/>
              </a:ext>
            </a:extLst>
          </p:cNvPr>
          <p:cNvSpPr txBox="1"/>
          <p:nvPr/>
        </p:nvSpPr>
        <p:spPr>
          <a:xfrm>
            <a:off x="1150743" y="0"/>
            <a:ext cx="9371681" cy="707886"/>
          </a:xfrm>
          <a:prstGeom prst="rect">
            <a:avLst/>
          </a:prstGeom>
          <a:noFill/>
        </p:spPr>
        <p:txBody>
          <a:bodyPr wrap="square" rtlCol="0">
            <a:spAutoFit/>
          </a:bodyPr>
          <a:lstStyle/>
          <a:p>
            <a:pPr algn="dist"/>
            <a:r>
              <a:rPr lang="ja-JP" altLang="en-US" sz="4000" b="1" dirty="0">
                <a:latin typeface="BIZ UDゴシック" panose="020B0400000000000000" pitchFamily="49" charset="-128"/>
                <a:ea typeface="BIZ UDゴシック" panose="020B0400000000000000" pitchFamily="49" charset="-128"/>
                <a:cs typeface="源真ゴシック Light" panose="020B0103020203020207" pitchFamily="50" charset="-128"/>
              </a:rPr>
              <a:t>この座席に座ってください</a:t>
            </a:r>
            <a:endParaRPr kumimoji="1" lang="ja-JP" altLang="en-US" sz="4000" b="1" dirty="0">
              <a:latin typeface="BIZ UDゴシック" panose="020B0400000000000000" pitchFamily="49" charset="-128"/>
              <a:ea typeface="BIZ UDゴシック" panose="020B0400000000000000" pitchFamily="49" charset="-128"/>
              <a:cs typeface="源真ゴシック Light" panose="020B0103020203020207" pitchFamily="50" charset="-128"/>
            </a:endParaRPr>
          </a:p>
        </p:txBody>
      </p:sp>
      <p:pic>
        <p:nvPicPr>
          <p:cNvPr id="16" name="図 15">
            <a:extLst>
              <a:ext uri="{FF2B5EF4-FFF2-40B4-BE49-F238E27FC236}">
                <a16:creationId xmlns:a16="http://schemas.microsoft.com/office/drawing/2014/main" id="{5745F6F3-0042-B54B-3FA8-4E08AA65F3BB}"/>
              </a:ext>
            </a:extLst>
          </p:cNvPr>
          <p:cNvPicPr>
            <a:picLocks noChangeAspect="1"/>
          </p:cNvPicPr>
          <p:nvPr/>
        </p:nvPicPr>
        <p:blipFill>
          <a:blip r:embed="rId3"/>
          <a:srcRect t="4311" b="4623"/>
          <a:stretch>
            <a:fillRect/>
          </a:stretch>
        </p:blipFill>
        <p:spPr>
          <a:xfrm>
            <a:off x="0" y="707886"/>
            <a:ext cx="12191999" cy="6150114"/>
          </a:xfrm>
          <a:prstGeom prst="rect">
            <a:avLst/>
          </a:prstGeom>
        </p:spPr>
      </p:pic>
    </p:spTree>
    <p:extLst>
      <p:ext uri="{BB962C8B-B14F-4D97-AF65-F5344CB8AC3E}">
        <p14:creationId xmlns:p14="http://schemas.microsoft.com/office/powerpoint/2010/main" val="575854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69E5C491-B0EC-86FE-DF71-84C77F065F00}"/>
              </a:ext>
            </a:extLst>
          </p:cNvPr>
          <p:cNvSpPr txBox="1"/>
          <p:nvPr/>
        </p:nvSpPr>
        <p:spPr>
          <a:xfrm>
            <a:off x="679835" y="4234767"/>
            <a:ext cx="8591385" cy="2185214"/>
          </a:xfrm>
          <a:prstGeom prst="rect">
            <a:avLst/>
          </a:prstGeom>
          <a:noFill/>
        </p:spPr>
        <p:txBody>
          <a:bodyPr wrap="square" rtlCol="0">
            <a:spAutoFit/>
          </a:bodyPr>
          <a:lstStyle/>
          <a:p>
            <a:r>
              <a:rPr kumimoji="1" lang="ja-JP" altLang="en-US" sz="4000" b="1" dirty="0">
                <a:gradFill flip="none" rotWithShape="1">
                  <a:gsLst>
                    <a:gs pos="0">
                      <a:schemeClr val="accent1">
                        <a:lumMod val="5000"/>
                        <a:lumOff val="95000"/>
                      </a:schemeClr>
                    </a:gs>
                    <a:gs pos="74000">
                      <a:schemeClr val="tx2">
                        <a:lumMod val="50000"/>
                        <a:lumOff val="50000"/>
                      </a:schemeClr>
                    </a:gs>
                    <a:gs pos="83000">
                      <a:schemeClr val="tx2">
                        <a:lumMod val="75000"/>
                        <a:lumOff val="25000"/>
                      </a:schemeClr>
                    </a:gs>
                    <a:gs pos="100000">
                      <a:schemeClr val="accent1">
                        <a:lumMod val="75000"/>
                      </a:schemeClr>
                    </a:gs>
                  </a:gsLst>
                  <a:lin ang="5400000" scaled="1"/>
                  <a:tileRect/>
                </a:gradFill>
                <a:latin typeface="BIZ UDゴシック" panose="020B0400000000000000" pitchFamily="49" charset="-128"/>
                <a:ea typeface="BIZ UDゴシック" panose="020B0400000000000000" pitchFamily="49" charset="-128"/>
              </a:rPr>
              <a:t>知能情報コース</a:t>
            </a:r>
            <a:endParaRPr kumimoji="1" lang="en-US" altLang="ja-JP" sz="4000" b="1" dirty="0">
              <a:gradFill flip="none" rotWithShape="1">
                <a:gsLst>
                  <a:gs pos="0">
                    <a:schemeClr val="accent1">
                      <a:lumMod val="5000"/>
                      <a:lumOff val="95000"/>
                    </a:schemeClr>
                  </a:gs>
                  <a:gs pos="74000">
                    <a:schemeClr val="tx2">
                      <a:lumMod val="50000"/>
                      <a:lumOff val="50000"/>
                    </a:schemeClr>
                  </a:gs>
                  <a:gs pos="83000">
                    <a:schemeClr val="tx2">
                      <a:lumMod val="75000"/>
                      <a:lumOff val="25000"/>
                    </a:schemeClr>
                  </a:gs>
                  <a:gs pos="100000">
                    <a:schemeClr val="accent1">
                      <a:lumMod val="75000"/>
                    </a:schemeClr>
                  </a:gs>
                </a:gsLst>
                <a:lin ang="5400000" scaled="1"/>
                <a:tileRect/>
              </a:gradFill>
              <a:latin typeface="BIZ UDゴシック" panose="020B0400000000000000" pitchFamily="49" charset="-128"/>
              <a:ea typeface="BIZ UDゴシック" panose="020B0400000000000000" pitchFamily="49" charset="-128"/>
            </a:endParaRPr>
          </a:p>
          <a:p>
            <a:r>
              <a:rPr lang="ja-JP" altLang="en-US" sz="9600" b="1" dirty="0">
                <a:ln w="19050">
                  <a:noFill/>
                </a:ln>
                <a:gradFill>
                  <a:gsLst>
                    <a:gs pos="0">
                      <a:schemeClr val="accent1">
                        <a:lumMod val="5000"/>
                        <a:lumOff val="95000"/>
                      </a:schemeClr>
                    </a:gs>
                    <a:gs pos="74000">
                      <a:schemeClr val="tx2">
                        <a:lumMod val="50000"/>
                        <a:lumOff val="50000"/>
                      </a:schemeClr>
                    </a:gs>
                    <a:gs pos="83000">
                      <a:schemeClr val="tx2">
                        <a:lumMod val="75000"/>
                        <a:lumOff val="25000"/>
                      </a:schemeClr>
                    </a:gs>
                    <a:gs pos="100000">
                      <a:schemeClr val="accent1">
                        <a:lumMod val="75000"/>
                      </a:schemeClr>
                    </a:gs>
                  </a:gsLst>
                  <a:lin ang="5400000" scaled="1"/>
                </a:gradFill>
                <a:latin typeface="BIZ UDゴシック" panose="020B0400000000000000" pitchFamily="49" charset="-128"/>
                <a:ea typeface="BIZ UDゴシック" panose="020B0400000000000000" pitchFamily="49" charset="-128"/>
              </a:rPr>
              <a:t>学生交流会</a:t>
            </a:r>
            <a:endParaRPr kumimoji="1" lang="ja-JP" altLang="en-US" sz="9600" b="1" dirty="0">
              <a:ln w="19050">
                <a:noFill/>
              </a:ln>
              <a:gradFill>
                <a:gsLst>
                  <a:gs pos="0">
                    <a:schemeClr val="accent1">
                      <a:lumMod val="5000"/>
                      <a:lumOff val="95000"/>
                    </a:schemeClr>
                  </a:gs>
                  <a:gs pos="74000">
                    <a:schemeClr val="tx2">
                      <a:lumMod val="50000"/>
                      <a:lumOff val="50000"/>
                    </a:schemeClr>
                  </a:gs>
                  <a:gs pos="83000">
                    <a:schemeClr val="tx2">
                      <a:lumMod val="75000"/>
                      <a:lumOff val="25000"/>
                    </a:schemeClr>
                  </a:gs>
                  <a:gs pos="100000">
                    <a:schemeClr val="accent1">
                      <a:lumMod val="75000"/>
                    </a:schemeClr>
                  </a:gs>
                </a:gsLst>
                <a:lin ang="5400000" scaled="1"/>
              </a:gradFill>
              <a:latin typeface="BIZ UDゴシック" panose="020B0400000000000000" pitchFamily="49" charset="-128"/>
              <a:ea typeface="BIZ UDゴシック" panose="020B0400000000000000" pitchFamily="49" charset="-128"/>
            </a:endParaRPr>
          </a:p>
        </p:txBody>
      </p:sp>
      <p:sp>
        <p:nvSpPr>
          <p:cNvPr id="5" name="テキスト ボックス 4">
            <a:extLst>
              <a:ext uri="{FF2B5EF4-FFF2-40B4-BE49-F238E27FC236}">
                <a16:creationId xmlns:a16="http://schemas.microsoft.com/office/drawing/2014/main" id="{DA522495-8B31-7FE1-3406-96CBDE553F20}"/>
              </a:ext>
            </a:extLst>
          </p:cNvPr>
          <p:cNvSpPr txBox="1"/>
          <p:nvPr/>
        </p:nvSpPr>
        <p:spPr>
          <a:xfrm>
            <a:off x="679835" y="4850321"/>
            <a:ext cx="7979134" cy="1569660"/>
          </a:xfrm>
          <a:prstGeom prst="rect">
            <a:avLst/>
          </a:prstGeom>
          <a:noFill/>
        </p:spPr>
        <p:txBody>
          <a:bodyPr wrap="square" rtlCol="0">
            <a:spAutoFit/>
          </a:bodyPr>
          <a:lstStyle/>
          <a:p>
            <a:r>
              <a:rPr lang="ja-JP" altLang="en-US" sz="9600" dirty="0">
                <a:ln w="19050">
                  <a:noFill/>
                </a:ln>
                <a:solidFill>
                  <a:schemeClr val="bg1"/>
                </a:solidFill>
                <a:latin typeface="源ノ角ゴシック Code JP M" panose="020B0600000000000000" pitchFamily="34" charset="-128"/>
                <a:ea typeface="源ノ角ゴシック Code JP M" panose="020B0600000000000000" pitchFamily="34" charset="-128"/>
              </a:rPr>
              <a:t>学生交流会</a:t>
            </a:r>
            <a:endParaRPr kumimoji="1" lang="ja-JP" altLang="en-US" sz="9600" dirty="0">
              <a:ln w="19050">
                <a:noFill/>
              </a:ln>
              <a:solidFill>
                <a:schemeClr val="bg1"/>
              </a:solidFill>
              <a:latin typeface="源ノ角ゴシック Code JP M" panose="020B0600000000000000" pitchFamily="34" charset="-128"/>
              <a:ea typeface="源ノ角ゴシック Code JP M" panose="020B0600000000000000" pitchFamily="34" charset="-128"/>
            </a:endParaRPr>
          </a:p>
        </p:txBody>
      </p:sp>
      <p:sp>
        <p:nvSpPr>
          <p:cNvPr id="4" name="テキスト ボックス 3">
            <a:extLst>
              <a:ext uri="{FF2B5EF4-FFF2-40B4-BE49-F238E27FC236}">
                <a16:creationId xmlns:a16="http://schemas.microsoft.com/office/drawing/2014/main" id="{BD8E15B5-339C-67D9-243D-C04C425C0AD6}"/>
              </a:ext>
            </a:extLst>
          </p:cNvPr>
          <p:cNvSpPr txBox="1"/>
          <p:nvPr/>
        </p:nvSpPr>
        <p:spPr>
          <a:xfrm>
            <a:off x="-181555" y="-1781092"/>
            <a:ext cx="12555110" cy="7108466"/>
          </a:xfrm>
          <a:prstGeom prst="rect">
            <a:avLst/>
          </a:prstGeom>
          <a:noFill/>
        </p:spPr>
        <p:txBody>
          <a:bodyPr wrap="none" rtlCol="0">
            <a:prstTxWarp prst="textWave1">
              <a:avLst>
                <a:gd name="adj1" fmla="val 12500"/>
                <a:gd name="adj2" fmla="val -563"/>
              </a:avLst>
            </a:prstTxWarp>
            <a:spAutoFit/>
          </a:bodyPr>
          <a:lstStyle/>
          <a:p>
            <a:r>
              <a:rPr lang="en-US" altLang="ja-JP" b="1" dirty="0">
                <a:blipFill>
                  <a:blip r:embed="rId3"/>
                  <a:stretch>
                    <a:fillRect/>
                  </a:stretch>
                </a:blipFill>
                <a:latin typeface="源ノ角ゴシック Code JP M" panose="020B0600000000000000" pitchFamily="34" charset="-128"/>
                <a:ea typeface="源ノ角ゴシック Code JP M" panose="020B0600000000000000" pitchFamily="34" charset="-128"/>
              </a:rPr>
              <a:t>------------</a:t>
            </a:r>
            <a:endParaRPr kumimoji="1" lang="en-US" altLang="ja-JP" b="1" dirty="0">
              <a:blipFill>
                <a:blip r:embed="rId3"/>
                <a:stretch>
                  <a:fillRect/>
                </a:stretch>
              </a:blipFill>
              <a:latin typeface="源ノ角ゴシック Code JP M" panose="020B0600000000000000" pitchFamily="34" charset="-128"/>
              <a:ea typeface="源ノ角ゴシック Code JP M" panose="020B0600000000000000" pitchFamily="34" charset="-128"/>
            </a:endParaRPr>
          </a:p>
        </p:txBody>
      </p:sp>
    </p:spTree>
    <p:extLst>
      <p:ext uri="{BB962C8B-B14F-4D97-AF65-F5344CB8AC3E}">
        <p14:creationId xmlns:p14="http://schemas.microsoft.com/office/powerpoint/2010/main" val="3090891791"/>
      </p:ext>
    </p:extLst>
  </p:cSld>
  <p:clrMapOvr>
    <a:masterClrMapping/>
  </p:clrMapOvr>
  <p:transition spd="slow">
    <p:push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4025409B-4548-9D3E-3764-01665301A88C}"/>
              </a:ext>
            </a:extLst>
          </p:cNvPr>
          <p:cNvSpPr/>
          <p:nvPr/>
        </p:nvSpPr>
        <p:spPr>
          <a:xfrm>
            <a:off x="0" y="0"/>
            <a:ext cx="12192000" cy="701731"/>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ゴシック" panose="020B0400000000000000" pitchFamily="49" charset="-128"/>
              <a:ea typeface="BIZ UDゴシック" panose="020B0400000000000000" pitchFamily="49" charset="-128"/>
            </a:endParaRPr>
          </a:p>
        </p:txBody>
      </p:sp>
      <p:sp>
        <p:nvSpPr>
          <p:cNvPr id="2" name="タイトル 1">
            <a:extLst>
              <a:ext uri="{FF2B5EF4-FFF2-40B4-BE49-F238E27FC236}">
                <a16:creationId xmlns:a16="http://schemas.microsoft.com/office/drawing/2014/main" id="{33E898F1-EC63-A94E-B071-213DA23D2EF0}"/>
              </a:ext>
            </a:extLst>
          </p:cNvPr>
          <p:cNvSpPr>
            <a:spLocks noGrp="1"/>
          </p:cNvSpPr>
          <p:nvPr>
            <p:ph type="title"/>
          </p:nvPr>
        </p:nvSpPr>
        <p:spPr>
          <a:xfrm>
            <a:off x="4372970" y="-1"/>
            <a:ext cx="3446060" cy="701731"/>
          </a:xfrm>
        </p:spPr>
        <p:txBody>
          <a:bodyPr>
            <a:spAutoFit/>
          </a:bodyPr>
          <a:lstStyle/>
          <a:p>
            <a:pPr algn="ctr"/>
            <a:r>
              <a:rPr kumimoji="1" lang="ja-JP" altLang="en-US" b="1" dirty="0">
                <a:solidFill>
                  <a:schemeClr val="bg1"/>
                </a:solidFill>
                <a:latin typeface="BIZ UDゴシック" panose="020B0400000000000000" pitchFamily="49" charset="-128"/>
                <a:ea typeface="BIZ UDゴシック" panose="020B0400000000000000" pitchFamily="49" charset="-128"/>
              </a:rPr>
              <a:t>プログラム</a:t>
            </a:r>
          </a:p>
        </p:txBody>
      </p:sp>
      <p:graphicFrame>
        <p:nvGraphicFramePr>
          <p:cNvPr id="5" name="図表 4">
            <a:extLst>
              <a:ext uri="{FF2B5EF4-FFF2-40B4-BE49-F238E27FC236}">
                <a16:creationId xmlns:a16="http://schemas.microsoft.com/office/drawing/2014/main" id="{D16E1D5E-0339-41D8-F59D-7227F7B4695F}"/>
              </a:ext>
            </a:extLst>
          </p:cNvPr>
          <p:cNvGraphicFramePr/>
          <p:nvPr>
            <p:extLst>
              <p:ext uri="{D42A27DB-BD31-4B8C-83A1-F6EECF244321}">
                <p14:modId xmlns:p14="http://schemas.microsoft.com/office/powerpoint/2010/main" val="582296478"/>
              </p:ext>
            </p:extLst>
          </p:nvPr>
        </p:nvGraphicFramePr>
        <p:xfrm>
          <a:off x="613575" y="918412"/>
          <a:ext cx="10964849" cy="50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43555383"/>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272A798-9001-5CCE-4E31-654022BBE948}"/>
              </a:ext>
            </a:extLst>
          </p:cNvPr>
          <p:cNvSpPr/>
          <p:nvPr/>
        </p:nvSpPr>
        <p:spPr>
          <a:xfrm>
            <a:off x="0" y="0"/>
            <a:ext cx="12192000" cy="701731"/>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8363B2E-EEE0-1148-58F4-660440235FDD}"/>
              </a:ext>
            </a:extLst>
          </p:cNvPr>
          <p:cNvSpPr>
            <a:spLocks noGrp="1"/>
          </p:cNvSpPr>
          <p:nvPr>
            <p:ph idx="1"/>
          </p:nvPr>
        </p:nvSpPr>
        <p:spPr>
          <a:xfrm>
            <a:off x="353607" y="1243328"/>
            <a:ext cx="7228982" cy="4601260"/>
          </a:xfrm>
        </p:spPr>
        <p:txBody>
          <a:bodyPr vert="horz" wrap="square" lIns="91440" tIns="45720" rIns="91440" bIns="45720" rtlCol="0" anchor="t">
            <a:spAutoFit/>
          </a:bodyPr>
          <a:lstStyle/>
          <a:p>
            <a:pPr marL="0" indent="0">
              <a:lnSpc>
                <a:spcPct val="150000"/>
              </a:lnSpc>
              <a:buNone/>
            </a:pPr>
            <a:r>
              <a:rPr lang="ja-JP" altLang="en-US" sz="3600" b="1" u="sng" dirty="0">
                <a:latin typeface="BIZ UDゴシック" panose="020B0400000000000000" pitchFamily="49" charset="-128"/>
                <a:ea typeface="BIZ UDゴシック" panose="020B0400000000000000" pitchFamily="49" charset="-128"/>
              </a:rPr>
              <a:t>おやくそく</a:t>
            </a:r>
            <a:endParaRPr lang="en-US" altLang="ja-JP" sz="3600" b="1" dirty="0">
              <a:latin typeface="BIZ UDゴシック" panose="020B0400000000000000" pitchFamily="49" charset="-128"/>
              <a:ea typeface="BIZ UDゴシック" panose="020B0400000000000000" pitchFamily="49" charset="-128"/>
            </a:endParaRPr>
          </a:p>
          <a:p>
            <a:pPr>
              <a:lnSpc>
                <a:spcPct val="150000"/>
              </a:lnSpc>
            </a:pPr>
            <a:r>
              <a:rPr kumimoji="1" lang="ja-JP" altLang="en-US" dirty="0">
                <a:latin typeface="BIZ UDゴシック" panose="020B0400000000000000" pitchFamily="49" charset="-128"/>
                <a:ea typeface="BIZ UDゴシック" panose="020B0400000000000000" pitchFamily="49" charset="-128"/>
              </a:rPr>
              <a:t>水分やお菓子は</a:t>
            </a:r>
            <a:r>
              <a:rPr kumimoji="1" lang="ja-JP" altLang="en-US" b="1" u="sng" dirty="0">
                <a:latin typeface="BIZ UDゴシック" panose="020B0400000000000000" pitchFamily="49" charset="-128"/>
                <a:ea typeface="BIZ UDゴシック" panose="020B0400000000000000" pitchFamily="49" charset="-128"/>
              </a:rPr>
              <a:t>こぼさないように</a:t>
            </a:r>
            <a:r>
              <a:rPr kumimoji="1" lang="ja-JP" altLang="en-US" dirty="0">
                <a:latin typeface="BIZ UDゴシック" panose="020B0400000000000000" pitchFamily="49" charset="-128"/>
                <a:ea typeface="BIZ UDゴシック" panose="020B0400000000000000" pitchFamily="49" charset="-128"/>
              </a:rPr>
              <a:t>食べる</a:t>
            </a:r>
            <a:endParaRPr lang="en-US" altLang="ja-JP" dirty="0">
              <a:latin typeface="BIZ UDゴシック" panose="020B0400000000000000" pitchFamily="49" charset="-128"/>
              <a:ea typeface="BIZ UDゴシック" panose="020B0400000000000000" pitchFamily="49" charset="-128"/>
            </a:endParaRPr>
          </a:p>
          <a:p>
            <a:pPr>
              <a:lnSpc>
                <a:spcPct val="150000"/>
              </a:lnSpc>
            </a:pPr>
            <a:r>
              <a:rPr kumimoji="1" lang="ja-JP" altLang="en-US" dirty="0">
                <a:latin typeface="BIZ UDゴシック" panose="020B0400000000000000" pitchFamily="49" charset="-128"/>
                <a:ea typeface="BIZ UDゴシック" panose="020B0400000000000000" pitchFamily="49" charset="-128"/>
              </a:rPr>
              <a:t>包装などのゴミは</a:t>
            </a:r>
            <a:r>
              <a:rPr kumimoji="1" lang="ja-JP" altLang="en-US" b="1" u="sng" dirty="0">
                <a:latin typeface="BIZ UDゴシック" panose="020B0400000000000000" pitchFamily="49" charset="-128"/>
                <a:ea typeface="BIZ UDゴシック" panose="020B0400000000000000" pitchFamily="49" charset="-128"/>
              </a:rPr>
              <a:t>ゴミ入に入れる</a:t>
            </a:r>
            <a:endParaRPr lang="en-US" altLang="ja-JP" b="1" u="sng" dirty="0">
              <a:latin typeface="BIZ UDゴシック" panose="020B0400000000000000" pitchFamily="49" charset="-128"/>
              <a:ea typeface="BIZ UDゴシック" panose="020B0400000000000000" pitchFamily="49" charset="-128"/>
            </a:endParaRPr>
          </a:p>
          <a:p>
            <a:pPr>
              <a:lnSpc>
                <a:spcPct val="150000"/>
              </a:lnSpc>
            </a:pPr>
            <a:r>
              <a:rPr lang="ja-JP" altLang="en-US" dirty="0">
                <a:latin typeface="BIZ UDゴシック" panose="020B0400000000000000" pitchFamily="49" charset="-128"/>
                <a:ea typeface="BIZ UDゴシック" panose="020B0400000000000000" pitchFamily="49" charset="-128"/>
              </a:rPr>
              <a:t>サイバー攻撃を企まない</a:t>
            </a:r>
            <a:endParaRPr lang="en-US" altLang="ja-JP" dirty="0">
              <a:latin typeface="BIZ UDゴシック" panose="020B0400000000000000" pitchFamily="49" charset="-128"/>
              <a:ea typeface="BIZ UDゴシック" panose="020B0400000000000000" pitchFamily="49" charset="-128"/>
            </a:endParaRPr>
          </a:p>
          <a:p>
            <a:pPr>
              <a:lnSpc>
                <a:spcPct val="150000"/>
              </a:lnSpc>
            </a:pPr>
            <a:r>
              <a:rPr lang="ja-JP" altLang="en-US" dirty="0">
                <a:latin typeface="BIZ UDゴシック" panose="020B0400000000000000" pitchFamily="49" charset="-128"/>
                <a:ea typeface="BIZ UDゴシック" panose="020B0400000000000000" pitchFamily="49" charset="-128"/>
              </a:rPr>
              <a:t>右の</a:t>
            </a:r>
            <a:r>
              <a:rPr lang="en-US" altLang="ja-JP" dirty="0">
                <a:latin typeface="BIZ UDゴシック" panose="020B0400000000000000" pitchFamily="49" charset="-128"/>
                <a:ea typeface="BIZ UDゴシック" panose="020B0400000000000000" pitchFamily="49" charset="-128"/>
              </a:rPr>
              <a:t>QR</a:t>
            </a:r>
            <a:r>
              <a:rPr lang="ja-JP" altLang="en-US" dirty="0">
                <a:latin typeface="BIZ UDゴシック" panose="020B0400000000000000" pitchFamily="49" charset="-128"/>
                <a:ea typeface="BIZ UDゴシック" panose="020B0400000000000000" pitchFamily="49" charset="-128"/>
              </a:rPr>
              <a:t>コードから手元資料にアクセス</a:t>
            </a:r>
            <a:br>
              <a:rPr lang="en-US" altLang="ja-JP" dirty="0">
                <a:latin typeface="BIZ UDゴシック" panose="020B0400000000000000" pitchFamily="49" charset="-128"/>
                <a:ea typeface="BIZ UDゴシック" panose="020B0400000000000000" pitchFamily="49" charset="-128"/>
              </a:rPr>
            </a:br>
            <a:r>
              <a:rPr lang="ja-JP" altLang="en-US" dirty="0">
                <a:latin typeface="BIZ UDゴシック" panose="020B0400000000000000" pitchFamily="49" charset="-128"/>
                <a:ea typeface="BIZ UDゴシック" panose="020B0400000000000000" pitchFamily="49" charset="-128"/>
              </a:rPr>
              <a:t>する</a:t>
            </a:r>
            <a:endParaRPr lang="en-US" altLang="ja-JP" dirty="0">
              <a:latin typeface="BIZ UDゴシック" panose="020B0400000000000000" pitchFamily="49" charset="-128"/>
              <a:ea typeface="BIZ UDゴシック" panose="020B0400000000000000" pitchFamily="49" charset="-128"/>
            </a:endParaRPr>
          </a:p>
        </p:txBody>
      </p:sp>
      <p:sp>
        <p:nvSpPr>
          <p:cNvPr id="5" name="タイトル 1">
            <a:extLst>
              <a:ext uri="{FF2B5EF4-FFF2-40B4-BE49-F238E27FC236}">
                <a16:creationId xmlns:a16="http://schemas.microsoft.com/office/drawing/2014/main" id="{7599E8AA-F3ED-96ED-477C-8E533053F651}"/>
              </a:ext>
            </a:extLst>
          </p:cNvPr>
          <p:cNvSpPr txBox="1">
            <a:spLocks/>
          </p:cNvSpPr>
          <p:nvPr/>
        </p:nvSpPr>
        <p:spPr>
          <a:xfrm>
            <a:off x="4372970" y="-1"/>
            <a:ext cx="3446060" cy="701731"/>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b="1" dirty="0">
                <a:solidFill>
                  <a:schemeClr val="bg1"/>
                </a:solidFill>
                <a:latin typeface="BIZ UDゴシック" panose="020B0400000000000000" pitchFamily="49" charset="-128"/>
                <a:ea typeface="BIZ UDゴシック" panose="020B0400000000000000" pitchFamily="49" charset="-128"/>
              </a:rPr>
              <a:t>はじめに</a:t>
            </a:r>
          </a:p>
        </p:txBody>
      </p:sp>
      <p:pic>
        <p:nvPicPr>
          <p:cNvPr id="2" name="図 1">
            <a:extLst>
              <a:ext uri="{FF2B5EF4-FFF2-40B4-BE49-F238E27FC236}">
                <a16:creationId xmlns:a16="http://schemas.microsoft.com/office/drawing/2014/main" id="{210F7D31-8BB1-550F-ED81-56FCF5670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3457" y="1659743"/>
            <a:ext cx="4604936" cy="4604936"/>
          </a:xfrm>
          <a:prstGeom prst="rect">
            <a:avLst/>
          </a:prstGeom>
        </p:spPr>
      </p:pic>
    </p:spTree>
    <p:extLst>
      <p:ext uri="{BB962C8B-B14F-4D97-AF65-F5344CB8AC3E}">
        <p14:creationId xmlns:p14="http://schemas.microsoft.com/office/powerpoint/2010/main" val="1917960509"/>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D649164B-6420-37E5-69E9-57B587893964}"/>
              </a:ext>
            </a:extLst>
          </p:cNvPr>
          <p:cNvSpPr/>
          <p:nvPr/>
        </p:nvSpPr>
        <p:spPr>
          <a:xfrm>
            <a:off x="0" y="0"/>
            <a:ext cx="12192000" cy="701731"/>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ゴシック" panose="020B0400000000000000" pitchFamily="49" charset="-128"/>
              <a:ea typeface="BIZ UDゴシック" panose="020B0400000000000000" pitchFamily="49" charset="-128"/>
            </a:endParaRPr>
          </a:p>
        </p:txBody>
      </p:sp>
      <p:sp>
        <p:nvSpPr>
          <p:cNvPr id="5" name="タイトル 1">
            <a:extLst>
              <a:ext uri="{FF2B5EF4-FFF2-40B4-BE49-F238E27FC236}">
                <a16:creationId xmlns:a16="http://schemas.microsoft.com/office/drawing/2014/main" id="{3AD7D036-09EF-BDD9-8209-46732CFF8C37}"/>
              </a:ext>
            </a:extLst>
          </p:cNvPr>
          <p:cNvSpPr txBox="1">
            <a:spLocks/>
          </p:cNvSpPr>
          <p:nvPr/>
        </p:nvSpPr>
        <p:spPr>
          <a:xfrm>
            <a:off x="3728912" y="9939"/>
            <a:ext cx="5176547" cy="7017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b="1" dirty="0">
                <a:solidFill>
                  <a:schemeClr val="bg1"/>
                </a:solidFill>
                <a:latin typeface="BIZ UDゴシック" panose="020B0400000000000000" pitchFamily="49" charset="-128"/>
                <a:ea typeface="BIZ UDゴシック" panose="020B0400000000000000" pitchFamily="49" charset="-128"/>
              </a:rPr>
              <a:t>自己紹介（</a:t>
            </a:r>
            <a:r>
              <a:rPr lang="en-US" altLang="ja-JP" b="1" dirty="0">
                <a:solidFill>
                  <a:schemeClr val="bg1"/>
                </a:solidFill>
                <a:latin typeface="BIZ UDゴシック" panose="020B0400000000000000" pitchFamily="49" charset="-128"/>
                <a:ea typeface="BIZ UDゴシック" panose="020B0400000000000000" pitchFamily="49" charset="-128"/>
              </a:rPr>
              <a:t>7</a:t>
            </a:r>
            <a:r>
              <a:rPr lang="ja-JP" altLang="en-US" b="1" dirty="0">
                <a:solidFill>
                  <a:schemeClr val="bg1"/>
                </a:solidFill>
                <a:latin typeface="BIZ UDゴシック" panose="020B0400000000000000" pitchFamily="49" charset="-128"/>
                <a:ea typeface="BIZ UDゴシック" panose="020B0400000000000000" pitchFamily="49" charset="-128"/>
              </a:rPr>
              <a:t>分）</a:t>
            </a:r>
          </a:p>
        </p:txBody>
      </p:sp>
      <p:sp>
        <p:nvSpPr>
          <p:cNvPr id="10" name="四角形: 角を丸くする 9">
            <a:extLst>
              <a:ext uri="{FF2B5EF4-FFF2-40B4-BE49-F238E27FC236}">
                <a16:creationId xmlns:a16="http://schemas.microsoft.com/office/drawing/2014/main" id="{3149CFD2-7C48-8A51-D32F-6E773B7FBD47}"/>
              </a:ext>
            </a:extLst>
          </p:cNvPr>
          <p:cNvSpPr/>
          <p:nvPr/>
        </p:nvSpPr>
        <p:spPr>
          <a:xfrm>
            <a:off x="3122064" y="1399758"/>
            <a:ext cx="5974605" cy="1387460"/>
          </a:xfrm>
          <a:prstGeom prst="roundRect">
            <a:avLst/>
          </a:prstGeom>
          <a:ln w="57150">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3200" b="1" dirty="0">
                <a:latin typeface="BIZ UDゴシック" panose="020B0400000000000000" pitchFamily="49" charset="-128"/>
                <a:ea typeface="BIZ UDゴシック" panose="020B0400000000000000" pitchFamily="49" charset="-128"/>
              </a:rPr>
              <a:t>学年</a:t>
            </a:r>
            <a:r>
              <a:rPr lang="ja-JP" altLang="en-US" sz="3200" b="1" dirty="0">
                <a:latin typeface="BIZ UDゴシック" panose="020B0400000000000000" pitchFamily="49" charset="-128"/>
                <a:ea typeface="BIZ UDゴシック" panose="020B0400000000000000" pitchFamily="49" charset="-128"/>
              </a:rPr>
              <a:t>と</a:t>
            </a:r>
            <a:r>
              <a:rPr kumimoji="1" lang="ja-JP" altLang="en-US" sz="3200" b="1" dirty="0">
                <a:latin typeface="BIZ UDゴシック" panose="020B0400000000000000" pitchFamily="49" charset="-128"/>
                <a:ea typeface="BIZ UDゴシック" panose="020B0400000000000000" pitchFamily="49" charset="-128"/>
              </a:rPr>
              <a:t>名前</a:t>
            </a:r>
          </a:p>
        </p:txBody>
      </p:sp>
      <p:sp>
        <p:nvSpPr>
          <p:cNvPr id="11" name="四角形: 角を丸くする 10">
            <a:extLst>
              <a:ext uri="{FF2B5EF4-FFF2-40B4-BE49-F238E27FC236}">
                <a16:creationId xmlns:a16="http://schemas.microsoft.com/office/drawing/2014/main" id="{E58B8A61-8813-035D-5FE9-8327A59DC5E2}"/>
              </a:ext>
            </a:extLst>
          </p:cNvPr>
          <p:cNvSpPr/>
          <p:nvPr/>
        </p:nvSpPr>
        <p:spPr>
          <a:xfrm>
            <a:off x="3122064" y="2967977"/>
            <a:ext cx="2878223" cy="1387460"/>
          </a:xfrm>
          <a:prstGeom prst="roundRect">
            <a:avLst/>
          </a:prstGeom>
          <a:ln w="57150">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3200" b="1" dirty="0">
                <a:latin typeface="BIZ UDゴシック" panose="020B0400000000000000" pitchFamily="49" charset="-128"/>
                <a:ea typeface="BIZ UDゴシック" panose="020B0400000000000000" pitchFamily="49" charset="-128"/>
              </a:rPr>
              <a:t>作ったもの</a:t>
            </a:r>
            <a:endParaRPr kumimoji="1" lang="ja-JP" altLang="en-US" sz="3200" b="1" dirty="0">
              <a:latin typeface="BIZ UDゴシック" panose="020B0400000000000000" pitchFamily="49" charset="-128"/>
              <a:ea typeface="BIZ UDゴシック" panose="020B0400000000000000" pitchFamily="49" charset="-128"/>
            </a:endParaRPr>
          </a:p>
        </p:txBody>
      </p:sp>
      <p:sp>
        <p:nvSpPr>
          <p:cNvPr id="12" name="四角形: 角を丸くする 11">
            <a:extLst>
              <a:ext uri="{FF2B5EF4-FFF2-40B4-BE49-F238E27FC236}">
                <a16:creationId xmlns:a16="http://schemas.microsoft.com/office/drawing/2014/main" id="{8B0719B9-D8D3-41AA-B79B-286F90ADE0E3}"/>
              </a:ext>
            </a:extLst>
          </p:cNvPr>
          <p:cNvSpPr/>
          <p:nvPr/>
        </p:nvSpPr>
        <p:spPr>
          <a:xfrm>
            <a:off x="6218445" y="2967977"/>
            <a:ext cx="2878223" cy="1387460"/>
          </a:xfrm>
          <a:prstGeom prst="roundRect">
            <a:avLst/>
          </a:prstGeom>
          <a:ln w="57150">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3200" b="1" dirty="0">
                <a:latin typeface="BIZ UDゴシック" panose="020B0400000000000000" pitchFamily="49" charset="-128"/>
                <a:ea typeface="BIZ UDゴシック" panose="020B0400000000000000" pitchFamily="49" charset="-128"/>
              </a:rPr>
              <a:t>好きなこと</a:t>
            </a:r>
            <a:endParaRPr kumimoji="1" lang="ja-JP" altLang="en-US" sz="3200" b="1" dirty="0">
              <a:latin typeface="BIZ UDゴシック" panose="020B0400000000000000" pitchFamily="49" charset="-128"/>
              <a:ea typeface="BIZ UDゴシック" panose="020B0400000000000000" pitchFamily="49" charset="-128"/>
            </a:endParaRPr>
          </a:p>
        </p:txBody>
      </p:sp>
      <p:sp>
        <p:nvSpPr>
          <p:cNvPr id="13" name="四角形: 角を丸くする 12">
            <a:extLst>
              <a:ext uri="{FF2B5EF4-FFF2-40B4-BE49-F238E27FC236}">
                <a16:creationId xmlns:a16="http://schemas.microsoft.com/office/drawing/2014/main" id="{0CFF3A00-1A4E-0BCB-DA9B-342031D7275A}"/>
              </a:ext>
            </a:extLst>
          </p:cNvPr>
          <p:cNvSpPr/>
          <p:nvPr/>
        </p:nvSpPr>
        <p:spPr>
          <a:xfrm>
            <a:off x="6218445" y="4536196"/>
            <a:ext cx="2878223" cy="1387460"/>
          </a:xfrm>
          <a:prstGeom prst="roundRect">
            <a:avLst/>
          </a:prstGeom>
          <a:ln w="57150">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3200" b="1" dirty="0">
                <a:latin typeface="BIZ UDゴシック" panose="020B0400000000000000" pitchFamily="49" charset="-128"/>
                <a:ea typeface="BIZ UDゴシック" panose="020B0400000000000000" pitchFamily="49" charset="-128"/>
              </a:rPr>
              <a:t>ひとこと</a:t>
            </a:r>
            <a:endParaRPr kumimoji="1" lang="ja-JP" altLang="en-US" sz="3200" b="1" dirty="0">
              <a:latin typeface="BIZ UDゴシック" panose="020B0400000000000000" pitchFamily="49" charset="-128"/>
              <a:ea typeface="BIZ UDゴシック" panose="020B0400000000000000" pitchFamily="49" charset="-128"/>
            </a:endParaRPr>
          </a:p>
        </p:txBody>
      </p:sp>
      <p:sp>
        <p:nvSpPr>
          <p:cNvPr id="14" name="四角形: 角を丸くする 13">
            <a:extLst>
              <a:ext uri="{FF2B5EF4-FFF2-40B4-BE49-F238E27FC236}">
                <a16:creationId xmlns:a16="http://schemas.microsoft.com/office/drawing/2014/main" id="{E16577C6-84AD-2961-BFB8-6113E01D0210}"/>
              </a:ext>
            </a:extLst>
          </p:cNvPr>
          <p:cNvSpPr/>
          <p:nvPr/>
        </p:nvSpPr>
        <p:spPr>
          <a:xfrm>
            <a:off x="3122064" y="4536196"/>
            <a:ext cx="2878223" cy="1387460"/>
          </a:xfrm>
          <a:prstGeom prst="roundRect">
            <a:avLst/>
          </a:prstGeom>
          <a:ln w="57150">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3200" b="1" dirty="0">
                <a:latin typeface="BIZ UDゴシック" panose="020B0400000000000000" pitchFamily="49" charset="-128"/>
                <a:ea typeface="BIZ UDゴシック" panose="020B0400000000000000" pitchFamily="49" charset="-128"/>
              </a:rPr>
              <a:t>興味ある技術</a:t>
            </a:r>
            <a:endParaRPr kumimoji="1" lang="ja-JP" altLang="en-US" sz="3200" b="1" dirty="0">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399416747"/>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7F7625D9-5F1F-F7C0-39C7-7FFB4F1BE432}"/>
              </a:ext>
            </a:extLst>
          </p:cNvPr>
          <p:cNvSpPr/>
          <p:nvPr/>
        </p:nvSpPr>
        <p:spPr>
          <a:xfrm>
            <a:off x="0" y="0"/>
            <a:ext cx="12192000" cy="701731"/>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DE06FB1C-A9F2-3B4C-3310-63471830ABE6}"/>
              </a:ext>
            </a:extLst>
          </p:cNvPr>
          <p:cNvSpPr>
            <a:spLocks noGrp="1"/>
          </p:cNvSpPr>
          <p:nvPr>
            <p:ph idx="1"/>
          </p:nvPr>
        </p:nvSpPr>
        <p:spPr>
          <a:xfrm>
            <a:off x="670104" y="1123928"/>
            <a:ext cx="10851791" cy="5317391"/>
          </a:xfrm>
        </p:spPr>
        <p:txBody>
          <a:bodyPr>
            <a:noAutofit/>
          </a:bodyPr>
          <a:lstStyle/>
          <a:p>
            <a:pPr marL="0" indent="0">
              <a:lnSpc>
                <a:spcPct val="150000"/>
              </a:lnSpc>
              <a:buNone/>
            </a:pPr>
            <a:r>
              <a:rPr kumimoji="1" lang="ja-JP" altLang="en-US" sz="3200" b="1" dirty="0">
                <a:latin typeface="BIZ UDゴシック" panose="020B0400000000000000" pitchFamily="49" charset="-128"/>
                <a:ea typeface="BIZ UDゴシック" panose="020B0400000000000000" pitchFamily="49" charset="-128"/>
              </a:rPr>
              <a:t>あそびかた</a:t>
            </a:r>
            <a:endParaRPr kumimoji="1" lang="en-US" altLang="ja-JP" sz="3200" b="1" dirty="0">
              <a:latin typeface="BIZ UDゴシック" panose="020B0400000000000000" pitchFamily="49" charset="-128"/>
              <a:ea typeface="BIZ UDゴシック" panose="020B0400000000000000" pitchFamily="49" charset="-128"/>
            </a:endParaRPr>
          </a:p>
          <a:p>
            <a:pPr>
              <a:lnSpc>
                <a:spcPct val="150000"/>
              </a:lnSpc>
            </a:pPr>
            <a:r>
              <a:rPr kumimoji="1" lang="ja-JP" altLang="en-US" sz="2600" dirty="0">
                <a:latin typeface="BIZ UDゴシック" panose="020B0400000000000000" pitchFamily="49" charset="-128"/>
                <a:ea typeface="BIZ UDゴシック" panose="020B0400000000000000" pitchFamily="49" charset="-128"/>
              </a:rPr>
              <a:t>各班で</a:t>
            </a:r>
            <a:r>
              <a:rPr kumimoji="1" lang="ja-JP" altLang="en-US" sz="2600" b="1" u="sng" dirty="0">
                <a:latin typeface="BIZ UDゴシック" panose="020B0400000000000000" pitchFamily="49" charset="-128"/>
                <a:ea typeface="BIZ UDゴシック" panose="020B0400000000000000" pitchFamily="49" charset="-128"/>
              </a:rPr>
              <a:t>班長を決める</a:t>
            </a:r>
            <a:endParaRPr kumimoji="1" lang="en-US" altLang="ja-JP" sz="2600" b="1" u="sng" dirty="0">
              <a:latin typeface="BIZ UDゴシック" panose="020B0400000000000000" pitchFamily="49" charset="-128"/>
              <a:ea typeface="BIZ UDゴシック" panose="020B0400000000000000" pitchFamily="49" charset="-128"/>
            </a:endParaRPr>
          </a:p>
          <a:p>
            <a:pPr>
              <a:lnSpc>
                <a:spcPct val="150000"/>
              </a:lnSpc>
            </a:pPr>
            <a:r>
              <a:rPr lang="ja-JP" altLang="en-US" sz="2600" b="1" u="sng" dirty="0">
                <a:latin typeface="BIZ UDゴシック" panose="020B0400000000000000" pitchFamily="49" charset="-128"/>
                <a:ea typeface="BIZ UDゴシック" panose="020B0400000000000000" pitchFamily="49" charset="-128"/>
              </a:rPr>
              <a:t>班長が前</a:t>
            </a:r>
            <a:r>
              <a:rPr lang="ja-JP" altLang="en-US" sz="2600" dirty="0">
                <a:latin typeface="BIZ UDゴシック" panose="020B0400000000000000" pitchFamily="49" charset="-128"/>
                <a:ea typeface="BIZ UDゴシック" panose="020B0400000000000000" pitchFamily="49" charset="-128"/>
              </a:rPr>
              <a:t>に来る</a:t>
            </a:r>
            <a:endParaRPr lang="en-US" altLang="ja-JP" sz="2600" dirty="0">
              <a:latin typeface="BIZ UDゴシック" panose="020B0400000000000000" pitchFamily="49" charset="-128"/>
              <a:ea typeface="BIZ UDゴシック" panose="020B0400000000000000" pitchFamily="49" charset="-128"/>
            </a:endParaRPr>
          </a:p>
          <a:p>
            <a:pPr>
              <a:lnSpc>
                <a:spcPct val="150000"/>
              </a:lnSpc>
            </a:pPr>
            <a:r>
              <a:rPr lang="ja-JP" altLang="en-US" sz="2600" dirty="0">
                <a:latin typeface="BIZ UDゴシック" panose="020B0400000000000000" pitchFamily="49" charset="-128"/>
                <a:ea typeface="BIZ UDゴシック" panose="020B0400000000000000" pitchFamily="49" charset="-128"/>
              </a:rPr>
              <a:t>司会と</a:t>
            </a:r>
            <a:r>
              <a:rPr kumimoji="1" lang="ja-JP" altLang="en-US" sz="2600" dirty="0">
                <a:latin typeface="BIZ UDゴシック" panose="020B0400000000000000" pitchFamily="49" charset="-128"/>
                <a:ea typeface="BIZ UDゴシック" panose="020B0400000000000000" pitchFamily="49" charset="-128"/>
              </a:rPr>
              <a:t>じゃんけんをして</a:t>
            </a:r>
            <a:r>
              <a:rPr kumimoji="1" lang="ja-JP" altLang="en-US" sz="2600" b="1" u="sng" dirty="0">
                <a:latin typeface="BIZ UDゴシック" panose="020B0400000000000000" pitchFamily="49" charset="-128"/>
                <a:ea typeface="BIZ UDゴシック" panose="020B0400000000000000" pitchFamily="49" charset="-128"/>
              </a:rPr>
              <a:t>勝った人からやりたいカードゲームを取る</a:t>
            </a:r>
            <a:endParaRPr kumimoji="1" lang="en-US" altLang="ja-JP" sz="2600" b="1" u="sng" dirty="0">
              <a:latin typeface="BIZ UDゴシック" panose="020B0400000000000000" pitchFamily="49" charset="-128"/>
              <a:ea typeface="BIZ UDゴシック" panose="020B0400000000000000" pitchFamily="49" charset="-128"/>
            </a:endParaRPr>
          </a:p>
          <a:p>
            <a:pPr>
              <a:lnSpc>
                <a:spcPct val="150000"/>
              </a:lnSpc>
            </a:pPr>
            <a:r>
              <a:rPr lang="ja-JP" altLang="en-US" sz="2600" dirty="0">
                <a:latin typeface="BIZ UDゴシック" panose="020B0400000000000000" pitchFamily="49" charset="-128"/>
                <a:ea typeface="BIZ UDゴシック" panose="020B0400000000000000" pitchFamily="49" charset="-128"/>
              </a:rPr>
              <a:t>各班でカードゲームを行って、</a:t>
            </a:r>
            <a:r>
              <a:rPr lang="ja-JP" altLang="en-US" sz="2600" b="1" u="sng" dirty="0">
                <a:latin typeface="BIZ UDゴシック" panose="020B0400000000000000" pitchFamily="49" charset="-128"/>
                <a:ea typeface="BIZ UDゴシック" panose="020B0400000000000000" pitchFamily="49" charset="-128"/>
              </a:rPr>
              <a:t>早く上がれた人から前のお菓子を取りに行く</a:t>
            </a:r>
            <a:r>
              <a:rPr lang="ja-JP" altLang="en-US" sz="2600" dirty="0">
                <a:latin typeface="BIZ UDゴシック" panose="020B0400000000000000" pitchFamily="49" charset="-128"/>
                <a:ea typeface="BIZ UDゴシック" panose="020B0400000000000000" pitchFamily="49" charset="-128"/>
              </a:rPr>
              <a:t>（一回のみ）</a:t>
            </a:r>
            <a:endParaRPr lang="en-US" altLang="ja-JP" sz="2600" dirty="0">
              <a:latin typeface="BIZ UDゴシック" panose="020B0400000000000000" pitchFamily="49" charset="-128"/>
              <a:ea typeface="BIZ UDゴシック" panose="020B0400000000000000" pitchFamily="49" charset="-128"/>
            </a:endParaRPr>
          </a:p>
          <a:p>
            <a:pPr marL="0" indent="0">
              <a:lnSpc>
                <a:spcPct val="150000"/>
              </a:lnSpc>
              <a:buNone/>
            </a:pPr>
            <a:r>
              <a:rPr lang="en-US" altLang="ja-JP" sz="2600" b="1" dirty="0">
                <a:latin typeface="BIZ UDゴシック" panose="020B0400000000000000" pitchFamily="49" charset="-128"/>
                <a:ea typeface="BIZ UDゴシック" panose="020B0400000000000000" pitchFamily="49" charset="-128"/>
              </a:rPr>
              <a:t>UNO</a:t>
            </a:r>
            <a:r>
              <a:rPr lang="en-US" altLang="ja-JP" sz="2600" dirty="0">
                <a:latin typeface="BIZ UDゴシック" panose="020B0400000000000000" pitchFamily="49" charset="-128"/>
                <a:ea typeface="BIZ UDゴシック" panose="020B0400000000000000" pitchFamily="49" charset="-128"/>
              </a:rPr>
              <a:t> * 18</a:t>
            </a:r>
            <a:r>
              <a:rPr lang="ja-JP" altLang="en-US" sz="2600" dirty="0">
                <a:latin typeface="BIZ UDゴシック" panose="020B0400000000000000" pitchFamily="49" charset="-128"/>
                <a:ea typeface="BIZ UDゴシック" panose="020B0400000000000000" pitchFamily="49" charset="-128"/>
              </a:rPr>
              <a:t>（シリーズ違い色々）、</a:t>
            </a:r>
            <a:r>
              <a:rPr lang="ja-JP" altLang="en-US" sz="2600" b="1" dirty="0">
                <a:latin typeface="BIZ UDゴシック" panose="020B0400000000000000" pitchFamily="49" charset="-128"/>
                <a:ea typeface="BIZ UDゴシック" panose="020B0400000000000000" pitchFamily="49" charset="-128"/>
              </a:rPr>
              <a:t>音速飯店 </a:t>
            </a:r>
            <a:r>
              <a:rPr lang="en-US" altLang="ja-JP" sz="2600" dirty="0">
                <a:latin typeface="BIZ UDゴシック" panose="020B0400000000000000" pitchFamily="49" charset="-128"/>
                <a:ea typeface="BIZ UDゴシック" panose="020B0400000000000000" pitchFamily="49" charset="-128"/>
              </a:rPr>
              <a:t>* 2</a:t>
            </a:r>
            <a:r>
              <a:rPr lang="ja-JP" altLang="en-US" sz="2600" dirty="0">
                <a:latin typeface="BIZ UDゴシック" panose="020B0400000000000000" pitchFamily="49" charset="-128"/>
                <a:ea typeface="BIZ UDゴシック" panose="020B0400000000000000" pitchFamily="49" charset="-128"/>
              </a:rPr>
              <a:t>（巷で噂の）</a:t>
            </a:r>
            <a:endParaRPr lang="en-US" altLang="ja-JP" sz="2600" dirty="0">
              <a:latin typeface="BIZ UDゴシック" panose="020B0400000000000000" pitchFamily="49" charset="-128"/>
              <a:ea typeface="BIZ UDゴシック" panose="020B0400000000000000" pitchFamily="49" charset="-128"/>
            </a:endParaRPr>
          </a:p>
          <a:p>
            <a:pPr>
              <a:lnSpc>
                <a:spcPct val="150000"/>
              </a:lnSpc>
            </a:pPr>
            <a:endParaRPr lang="en-US" altLang="ja-JP" sz="2400" dirty="0">
              <a:latin typeface="BIZ UDゴシック" panose="020B0400000000000000" pitchFamily="49" charset="-128"/>
              <a:ea typeface="BIZ UDゴシック" panose="020B0400000000000000" pitchFamily="49" charset="-128"/>
            </a:endParaRPr>
          </a:p>
        </p:txBody>
      </p:sp>
      <p:pic>
        <p:nvPicPr>
          <p:cNvPr id="2050" name="Picture 2">
            <a:extLst>
              <a:ext uri="{FF2B5EF4-FFF2-40B4-BE49-F238E27FC236}">
                <a16:creationId xmlns:a16="http://schemas.microsoft.com/office/drawing/2014/main" id="{C3C6CB41-7051-F4F6-FB44-3C342039F2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4740" y="1022177"/>
            <a:ext cx="1536240" cy="23976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3C18FE6-CE8C-FB31-9A6F-74B5753B56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6553" y="1022177"/>
            <a:ext cx="2227200" cy="2398780"/>
          </a:xfrm>
          <a:prstGeom prst="rect">
            <a:avLst/>
          </a:prstGeom>
          <a:noFill/>
          <a:extLst>
            <a:ext uri="{909E8E84-426E-40DD-AFC4-6F175D3DCCD1}">
              <a14:hiddenFill xmlns:a14="http://schemas.microsoft.com/office/drawing/2010/main">
                <a:solidFill>
                  <a:srgbClr val="FFFFFF"/>
                </a:solidFill>
              </a14:hiddenFill>
            </a:ext>
          </a:extLst>
        </p:spPr>
      </p:pic>
      <p:sp>
        <p:nvSpPr>
          <p:cNvPr id="5" name="タイトル 1">
            <a:extLst>
              <a:ext uri="{FF2B5EF4-FFF2-40B4-BE49-F238E27FC236}">
                <a16:creationId xmlns:a16="http://schemas.microsoft.com/office/drawing/2014/main" id="{C67FE346-C402-6DC5-F67B-81883D86A82F}"/>
              </a:ext>
            </a:extLst>
          </p:cNvPr>
          <p:cNvSpPr txBox="1">
            <a:spLocks/>
          </p:cNvSpPr>
          <p:nvPr/>
        </p:nvSpPr>
        <p:spPr>
          <a:xfrm>
            <a:off x="3106466" y="5992"/>
            <a:ext cx="6396548" cy="7017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b="1" dirty="0">
                <a:solidFill>
                  <a:schemeClr val="bg1"/>
                </a:solidFill>
                <a:latin typeface="BIZ UDゴシック" panose="020B0400000000000000" pitchFamily="49" charset="-128"/>
                <a:ea typeface="BIZ UDゴシック" panose="020B0400000000000000" pitchFamily="49" charset="-128"/>
              </a:rPr>
              <a:t>カードゲーム（</a:t>
            </a:r>
            <a:r>
              <a:rPr lang="en-US" altLang="ja-JP" b="1" dirty="0">
                <a:solidFill>
                  <a:schemeClr val="bg1"/>
                </a:solidFill>
                <a:latin typeface="BIZ UDゴシック" panose="020B0400000000000000" pitchFamily="49" charset="-128"/>
                <a:ea typeface="BIZ UDゴシック" panose="020B0400000000000000" pitchFamily="49" charset="-128"/>
              </a:rPr>
              <a:t>25</a:t>
            </a:r>
            <a:r>
              <a:rPr lang="ja-JP" altLang="en-US" b="1" dirty="0">
                <a:solidFill>
                  <a:schemeClr val="bg1"/>
                </a:solidFill>
                <a:latin typeface="BIZ UDゴシック" panose="020B0400000000000000" pitchFamily="49" charset="-128"/>
                <a:ea typeface="BIZ UDゴシック" panose="020B0400000000000000" pitchFamily="49" charset="-128"/>
              </a:rPr>
              <a:t>分）</a:t>
            </a:r>
          </a:p>
        </p:txBody>
      </p:sp>
    </p:spTree>
    <p:extLst>
      <p:ext uri="{BB962C8B-B14F-4D97-AF65-F5344CB8AC3E}">
        <p14:creationId xmlns:p14="http://schemas.microsoft.com/office/powerpoint/2010/main" val="1896362322"/>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220C8B12-E0C1-A2F9-0CBF-49940E692263}"/>
              </a:ext>
            </a:extLst>
          </p:cNvPr>
          <p:cNvSpPr/>
          <p:nvPr/>
        </p:nvSpPr>
        <p:spPr>
          <a:xfrm>
            <a:off x="0" y="0"/>
            <a:ext cx="12192000" cy="701731"/>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ゴシック" panose="020B0400000000000000" pitchFamily="49" charset="-128"/>
              <a:ea typeface="BIZ UDゴシック" panose="020B0400000000000000" pitchFamily="49" charset="-128"/>
            </a:endParaRPr>
          </a:p>
        </p:txBody>
      </p:sp>
      <p:sp>
        <p:nvSpPr>
          <p:cNvPr id="6" name="テキスト ボックス 5">
            <a:extLst>
              <a:ext uri="{FF2B5EF4-FFF2-40B4-BE49-F238E27FC236}">
                <a16:creationId xmlns:a16="http://schemas.microsoft.com/office/drawing/2014/main" id="{7CBD0EDF-CAB8-6D3F-2DFA-7C0AF82CB713}"/>
              </a:ext>
            </a:extLst>
          </p:cNvPr>
          <p:cNvSpPr txBox="1"/>
          <p:nvPr/>
        </p:nvSpPr>
        <p:spPr>
          <a:xfrm>
            <a:off x="522366" y="6282630"/>
            <a:ext cx="7328849" cy="707886"/>
          </a:xfrm>
          <a:prstGeom prst="rect">
            <a:avLst/>
          </a:prstGeom>
          <a:noFill/>
        </p:spPr>
        <p:txBody>
          <a:bodyPr wrap="square">
            <a:spAutoFit/>
          </a:bodyPr>
          <a:lstStyle/>
          <a:p>
            <a:r>
              <a:rPr lang="ja-JP" altLang="en-US" sz="2000" spc="-150" dirty="0">
                <a:latin typeface="BIZ UDゴシック" panose="020B0400000000000000" pitchFamily="49" charset="-128"/>
                <a:ea typeface="BIZ UDゴシック" panose="020B0400000000000000" pitchFamily="49" charset="-128"/>
                <a:hlinkClick r:id="rId3"/>
              </a:rPr>
              <a:t>https://youtu.be/Viu8Jx1PPnQ?si=sN83y23tf7RBQ0X</a:t>
            </a:r>
            <a:endParaRPr lang="en-US" altLang="ja-JP" sz="2000" spc="-150" dirty="0">
              <a:latin typeface="BIZ UDゴシック" panose="020B0400000000000000" pitchFamily="49" charset="-128"/>
              <a:ea typeface="BIZ UDゴシック" panose="020B0400000000000000" pitchFamily="49" charset="-128"/>
            </a:endParaRPr>
          </a:p>
          <a:p>
            <a:endParaRPr lang="en-US" altLang="ja-JP" sz="2000" spc="-150" dirty="0">
              <a:latin typeface="BIZ UDゴシック" panose="020B0400000000000000" pitchFamily="49" charset="-128"/>
              <a:ea typeface="BIZ UDゴシック" panose="020B0400000000000000" pitchFamily="49" charset="-128"/>
            </a:endParaRPr>
          </a:p>
        </p:txBody>
      </p:sp>
      <p:pic>
        <p:nvPicPr>
          <p:cNvPr id="8" name="図 7">
            <a:extLst>
              <a:ext uri="{FF2B5EF4-FFF2-40B4-BE49-F238E27FC236}">
                <a16:creationId xmlns:a16="http://schemas.microsoft.com/office/drawing/2014/main" id="{00115A0F-B46E-1A12-9103-C3850DF2D8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2855" y="4673701"/>
            <a:ext cx="2076425" cy="2076425"/>
          </a:xfrm>
          <a:prstGeom prst="rect">
            <a:avLst/>
          </a:prstGeom>
        </p:spPr>
      </p:pic>
      <p:sp>
        <p:nvSpPr>
          <p:cNvPr id="9" name="テキスト ボックス 8">
            <a:extLst>
              <a:ext uri="{FF2B5EF4-FFF2-40B4-BE49-F238E27FC236}">
                <a16:creationId xmlns:a16="http://schemas.microsoft.com/office/drawing/2014/main" id="{6911CBF0-79A7-A105-59C7-6649EB73C331}"/>
              </a:ext>
            </a:extLst>
          </p:cNvPr>
          <p:cNvSpPr txBox="1"/>
          <p:nvPr/>
        </p:nvSpPr>
        <p:spPr>
          <a:xfrm>
            <a:off x="522366" y="789385"/>
            <a:ext cx="10284232" cy="5530360"/>
          </a:xfrm>
          <a:prstGeom prst="rect">
            <a:avLst/>
          </a:prstGeom>
          <a:noFill/>
        </p:spPr>
        <p:txBody>
          <a:bodyPr wrap="square" rtlCol="0">
            <a:spAutoFit/>
          </a:bodyPr>
          <a:lstStyle/>
          <a:p>
            <a:pPr>
              <a:lnSpc>
                <a:spcPct val="150000"/>
              </a:lnSpc>
            </a:pPr>
            <a:r>
              <a:rPr lang="ja-JP" altLang="en-US" sz="3200" b="1" dirty="0">
                <a:latin typeface="BIZ UDゴシック" panose="020B0400000000000000" pitchFamily="49" charset="-128"/>
                <a:ea typeface="BIZ UDゴシック" panose="020B0400000000000000" pitchFamily="49" charset="-128"/>
              </a:rPr>
              <a:t>あそびかた</a:t>
            </a:r>
            <a:endParaRPr lang="en-US" altLang="ja-JP" sz="3200" b="1" dirty="0">
              <a:latin typeface="BIZ UDゴシック" panose="020B0400000000000000" pitchFamily="49" charset="-128"/>
              <a:ea typeface="BIZ UDゴシック" panose="020B0400000000000000" pitchFamily="49" charset="-128"/>
            </a:endParaRPr>
          </a:p>
          <a:p>
            <a:pPr marL="285750" indent="-285750">
              <a:lnSpc>
                <a:spcPct val="150000"/>
              </a:lnSpc>
              <a:buFont typeface="Arial" panose="020B0604020202020204" pitchFamily="34" charset="0"/>
              <a:buChar char="•"/>
            </a:pPr>
            <a:r>
              <a:rPr lang="ja-JP" altLang="en-US" sz="2600" b="1" dirty="0">
                <a:latin typeface="BIZ UDゴシック" panose="020B0400000000000000" pitchFamily="49" charset="-128"/>
                <a:ea typeface="BIZ UDゴシック" panose="020B0400000000000000" pitchFamily="49" charset="-128"/>
              </a:rPr>
              <a:t>話し合うテーマ</a:t>
            </a:r>
            <a:r>
              <a:rPr lang="ja-JP" altLang="en-US" sz="2600" dirty="0">
                <a:latin typeface="BIZ UDゴシック" panose="020B0400000000000000" pitchFamily="49" charset="-128"/>
                <a:ea typeface="BIZ UDゴシック" panose="020B0400000000000000" pitchFamily="49" charset="-128"/>
              </a:rPr>
              <a:t>を決める</a:t>
            </a:r>
            <a:endParaRPr lang="en-US" altLang="ja-JP" sz="2600" dirty="0">
              <a:latin typeface="BIZ UDゴシック" panose="020B0400000000000000" pitchFamily="49" charset="-128"/>
              <a:ea typeface="BIZ UDゴシック" panose="020B0400000000000000" pitchFamily="49" charset="-128"/>
            </a:endParaRPr>
          </a:p>
          <a:p>
            <a:pPr marL="285750" indent="-285750">
              <a:lnSpc>
                <a:spcPct val="150000"/>
              </a:lnSpc>
              <a:buFont typeface="Arial" panose="020B0604020202020204" pitchFamily="34" charset="0"/>
              <a:buChar char="•"/>
            </a:pPr>
            <a:r>
              <a:rPr kumimoji="1" lang="ja-JP" altLang="en-US" sz="2600" dirty="0">
                <a:latin typeface="BIZ UDゴシック" panose="020B0400000000000000" pitchFamily="49" charset="-128"/>
                <a:ea typeface="BIZ UDゴシック" panose="020B0400000000000000" pitchFamily="49" charset="-128"/>
              </a:rPr>
              <a:t>数字</a:t>
            </a:r>
            <a:r>
              <a:rPr lang="ja-JP" altLang="en-US" sz="2600" dirty="0">
                <a:latin typeface="BIZ UDゴシック" panose="020B0400000000000000" pitchFamily="49" charset="-128"/>
                <a:ea typeface="BIZ UDゴシック" panose="020B0400000000000000" pitchFamily="49" charset="-128"/>
              </a:rPr>
              <a:t>カードをシャッフルして</a:t>
            </a:r>
            <a:r>
              <a:rPr lang="en-US" altLang="ja-JP" sz="2600" b="1" dirty="0">
                <a:latin typeface="BIZ UDゴシック" panose="020B0400000000000000" pitchFamily="49" charset="-128"/>
                <a:ea typeface="BIZ UDゴシック" panose="020B0400000000000000" pitchFamily="49" charset="-128"/>
              </a:rPr>
              <a:t>1</a:t>
            </a:r>
            <a:r>
              <a:rPr lang="ja-JP" altLang="en-US" sz="2600" b="1" dirty="0">
                <a:latin typeface="BIZ UDゴシック" panose="020B0400000000000000" pitchFamily="49" charset="-128"/>
                <a:ea typeface="BIZ UDゴシック" panose="020B0400000000000000" pitchFamily="49" charset="-128"/>
              </a:rPr>
              <a:t>人</a:t>
            </a:r>
            <a:r>
              <a:rPr lang="en-US" altLang="ja-JP" sz="2600" b="1" dirty="0">
                <a:latin typeface="BIZ UDゴシック" panose="020B0400000000000000" pitchFamily="49" charset="-128"/>
                <a:ea typeface="BIZ UDゴシック" panose="020B0400000000000000" pitchFamily="49" charset="-128"/>
              </a:rPr>
              <a:t>1</a:t>
            </a:r>
            <a:r>
              <a:rPr lang="ja-JP" altLang="en-US" sz="2600" b="1" dirty="0">
                <a:latin typeface="BIZ UDゴシック" panose="020B0400000000000000" pitchFamily="49" charset="-128"/>
                <a:ea typeface="BIZ UDゴシック" panose="020B0400000000000000" pitchFamily="49" charset="-128"/>
              </a:rPr>
              <a:t>枚</a:t>
            </a:r>
            <a:r>
              <a:rPr lang="ja-JP" altLang="en-US" sz="2600" dirty="0">
                <a:latin typeface="BIZ UDゴシック" panose="020B0400000000000000" pitchFamily="49" charset="-128"/>
                <a:ea typeface="BIZ UDゴシック" panose="020B0400000000000000" pitchFamily="49" charset="-128"/>
              </a:rPr>
              <a:t>ずつ配る</a:t>
            </a:r>
            <a:endParaRPr lang="en-US" altLang="ja-JP" sz="2600" dirty="0">
              <a:latin typeface="BIZ UDゴシック" panose="020B0400000000000000" pitchFamily="49" charset="-128"/>
              <a:ea typeface="BIZ UDゴシック" panose="020B0400000000000000" pitchFamily="49" charset="-128"/>
            </a:endParaRPr>
          </a:p>
          <a:p>
            <a:pPr marL="285750" indent="-285750">
              <a:lnSpc>
                <a:spcPct val="150000"/>
              </a:lnSpc>
              <a:buFont typeface="Arial" panose="020B0604020202020204" pitchFamily="34" charset="0"/>
              <a:buChar char="•"/>
            </a:pPr>
            <a:r>
              <a:rPr lang="ja-JP" altLang="en-US" sz="2600" dirty="0">
                <a:latin typeface="BIZ UDゴシック" panose="020B0400000000000000" pitchFamily="49" charset="-128"/>
                <a:ea typeface="BIZ UDゴシック" panose="020B0400000000000000" pitchFamily="49" charset="-128"/>
              </a:rPr>
              <a:t>人に見せずに</a:t>
            </a:r>
            <a:r>
              <a:rPr lang="ja-JP" altLang="en-US" sz="2600" b="1" dirty="0">
                <a:latin typeface="BIZ UDゴシック" panose="020B0400000000000000" pitchFamily="49" charset="-128"/>
                <a:ea typeface="BIZ UDゴシック" panose="020B0400000000000000" pitchFamily="49" charset="-128"/>
              </a:rPr>
              <a:t>配られた数字を確認</a:t>
            </a:r>
            <a:r>
              <a:rPr lang="ja-JP" altLang="en-US" sz="2600" dirty="0">
                <a:latin typeface="BIZ UDゴシック" panose="020B0400000000000000" pitchFamily="49" charset="-128"/>
                <a:ea typeface="BIZ UDゴシック" panose="020B0400000000000000" pitchFamily="49" charset="-128"/>
              </a:rPr>
              <a:t>する</a:t>
            </a:r>
            <a:endParaRPr lang="en-US" altLang="ja-JP" sz="2600" dirty="0">
              <a:latin typeface="BIZ UDゴシック" panose="020B0400000000000000" pitchFamily="49" charset="-128"/>
              <a:ea typeface="BIZ UDゴシック" panose="020B0400000000000000" pitchFamily="49" charset="-128"/>
            </a:endParaRPr>
          </a:p>
          <a:p>
            <a:pPr marL="285750" indent="-285750">
              <a:lnSpc>
                <a:spcPct val="150000"/>
              </a:lnSpc>
              <a:buFont typeface="Arial" panose="020B0604020202020204" pitchFamily="34" charset="0"/>
              <a:buChar char="•"/>
            </a:pPr>
            <a:r>
              <a:rPr lang="ja-JP" altLang="en-US" sz="2600" dirty="0">
                <a:latin typeface="BIZ UDゴシック" panose="020B0400000000000000" pitchFamily="49" charset="-128"/>
                <a:ea typeface="BIZ UDゴシック" panose="020B0400000000000000" pitchFamily="49" charset="-128"/>
              </a:rPr>
              <a:t>テーマに対して</a:t>
            </a:r>
            <a:r>
              <a:rPr lang="ja-JP" altLang="en-US" sz="2600" b="1" dirty="0">
                <a:latin typeface="BIZ UDゴシック" panose="020B0400000000000000" pitchFamily="49" charset="-128"/>
                <a:ea typeface="BIZ UDゴシック" panose="020B0400000000000000" pitchFamily="49" charset="-128"/>
              </a:rPr>
              <a:t>自分の数字ぐらいのもの</a:t>
            </a:r>
            <a:r>
              <a:rPr lang="ja-JP" altLang="en-US" sz="2600" dirty="0">
                <a:latin typeface="BIZ UDゴシック" panose="020B0400000000000000" pitchFamily="49" charset="-128"/>
                <a:ea typeface="BIZ UDゴシック" panose="020B0400000000000000" pitchFamily="49" charset="-128"/>
              </a:rPr>
              <a:t>を言う</a:t>
            </a:r>
            <a:endParaRPr lang="en-US" altLang="ja-JP" sz="2600" dirty="0">
              <a:latin typeface="BIZ UDゴシック" panose="020B0400000000000000" pitchFamily="49" charset="-128"/>
              <a:ea typeface="BIZ UDゴシック" panose="020B0400000000000000" pitchFamily="49" charset="-128"/>
            </a:endParaRPr>
          </a:p>
          <a:p>
            <a:pPr marL="285750" indent="-285750">
              <a:lnSpc>
                <a:spcPct val="150000"/>
              </a:lnSpc>
              <a:buFont typeface="Arial" panose="020B0604020202020204" pitchFamily="34" charset="0"/>
              <a:buChar char="•"/>
            </a:pPr>
            <a:r>
              <a:rPr lang="ja-JP" altLang="en-US" sz="2600" dirty="0">
                <a:latin typeface="BIZ UDゴシック" panose="020B0400000000000000" pitchFamily="49" charset="-128"/>
                <a:ea typeface="BIZ UDゴシック" panose="020B0400000000000000" pitchFamily="49" charset="-128"/>
              </a:rPr>
              <a:t>話し合って、自分の</a:t>
            </a:r>
            <a:r>
              <a:rPr lang="ja-JP" altLang="en-US" sz="2600" b="1" dirty="0">
                <a:latin typeface="BIZ UDゴシック" panose="020B0400000000000000" pitchFamily="49" charset="-128"/>
                <a:ea typeface="BIZ UDゴシック" panose="020B0400000000000000" pitchFamily="49" charset="-128"/>
              </a:rPr>
              <a:t>数字が低いと思った人から</a:t>
            </a:r>
            <a:r>
              <a:rPr lang="ja-JP" altLang="en-US" sz="2600" dirty="0">
                <a:latin typeface="BIZ UDゴシック" panose="020B0400000000000000" pitchFamily="49" charset="-128"/>
                <a:ea typeface="BIZ UDゴシック" panose="020B0400000000000000" pitchFamily="49" charset="-128"/>
              </a:rPr>
              <a:t>カードを出す</a:t>
            </a:r>
            <a:endParaRPr lang="en-US" altLang="ja-JP" sz="2600" dirty="0">
              <a:latin typeface="BIZ UDゴシック" panose="020B0400000000000000" pitchFamily="49" charset="-128"/>
              <a:ea typeface="BIZ UDゴシック" panose="020B0400000000000000" pitchFamily="49" charset="-128"/>
            </a:endParaRPr>
          </a:p>
          <a:p>
            <a:pPr marL="285750" indent="-285750">
              <a:lnSpc>
                <a:spcPct val="150000"/>
              </a:lnSpc>
              <a:buFont typeface="Arial" panose="020B0604020202020204" pitchFamily="34" charset="0"/>
              <a:buChar char="•"/>
            </a:pPr>
            <a:r>
              <a:rPr lang="ja-JP" altLang="en-US" sz="2600" b="1" dirty="0">
                <a:latin typeface="BIZ UDゴシック" panose="020B0400000000000000" pitchFamily="49" charset="-128"/>
                <a:ea typeface="BIZ UDゴシック" panose="020B0400000000000000" pitchFamily="49" charset="-128"/>
              </a:rPr>
              <a:t>数字が昇順</a:t>
            </a:r>
            <a:r>
              <a:rPr lang="ja-JP" altLang="en-US" sz="2600" dirty="0">
                <a:latin typeface="BIZ UDゴシック" panose="020B0400000000000000" pitchFamily="49" charset="-128"/>
                <a:ea typeface="BIZ UDゴシック" panose="020B0400000000000000" pitchFamily="49" charset="-128"/>
              </a:rPr>
              <a:t>（単調増加数列）になっていれば成功</a:t>
            </a:r>
            <a:endParaRPr lang="en-US" altLang="ja-JP" sz="2600" dirty="0">
              <a:latin typeface="BIZ UDゴシック" panose="020B0400000000000000" pitchFamily="49" charset="-128"/>
              <a:ea typeface="BIZ UDゴシック" panose="020B0400000000000000" pitchFamily="49" charset="-128"/>
            </a:endParaRPr>
          </a:p>
          <a:p>
            <a:pPr marL="285750" indent="-285750">
              <a:lnSpc>
                <a:spcPct val="150000"/>
              </a:lnSpc>
              <a:buFont typeface="Arial" panose="020B0604020202020204" pitchFamily="34" charset="0"/>
              <a:buChar char="•"/>
            </a:pPr>
            <a:r>
              <a:rPr lang="ja-JP" altLang="en-US" sz="2600" dirty="0">
                <a:latin typeface="BIZ UDゴシック" panose="020B0400000000000000" pitchFamily="49" charset="-128"/>
                <a:ea typeface="BIZ UDゴシック" panose="020B0400000000000000" pitchFamily="49" charset="-128"/>
              </a:rPr>
              <a:t>これを繰り返す</a:t>
            </a:r>
            <a:endParaRPr lang="en-US" altLang="ja-JP" sz="2600" dirty="0">
              <a:latin typeface="BIZ UDゴシック" panose="020B0400000000000000" pitchFamily="49" charset="-128"/>
              <a:ea typeface="BIZ UDゴシック" panose="020B0400000000000000" pitchFamily="49" charset="-128"/>
            </a:endParaRPr>
          </a:p>
          <a:p>
            <a:pPr>
              <a:lnSpc>
                <a:spcPct val="150000"/>
              </a:lnSpc>
            </a:pPr>
            <a:r>
              <a:rPr lang="en-US" altLang="ja-JP" sz="2600" dirty="0">
                <a:solidFill>
                  <a:srgbClr val="FF0000"/>
                </a:solidFill>
                <a:latin typeface="BIZ UDゴシック" panose="020B0400000000000000" pitchFamily="49" charset="-128"/>
                <a:ea typeface="BIZ UDゴシック" panose="020B0400000000000000" pitchFamily="49" charset="-128"/>
              </a:rPr>
              <a:t>※</a:t>
            </a:r>
            <a:r>
              <a:rPr lang="ja-JP" altLang="en-US" sz="2600" dirty="0">
                <a:solidFill>
                  <a:srgbClr val="FF0000"/>
                </a:solidFill>
                <a:latin typeface="BIZ UDゴシック" panose="020B0400000000000000" pitchFamily="49" charset="-128"/>
                <a:ea typeface="BIZ UDゴシック" panose="020B0400000000000000" pitchFamily="49" charset="-128"/>
              </a:rPr>
              <a:t>（今回はライフを気にせず遊ぶ）</a:t>
            </a:r>
            <a:endParaRPr lang="en-US" altLang="ja-JP" sz="2600" dirty="0">
              <a:solidFill>
                <a:srgbClr val="FF0000"/>
              </a:solidFill>
              <a:latin typeface="BIZ UDゴシック" panose="020B0400000000000000" pitchFamily="49" charset="-128"/>
              <a:ea typeface="BIZ UDゴシック" panose="020B0400000000000000" pitchFamily="49" charset="-128"/>
            </a:endParaRPr>
          </a:p>
        </p:txBody>
      </p:sp>
      <p:sp>
        <p:nvSpPr>
          <p:cNvPr id="10" name="テキスト ボックス 9">
            <a:extLst>
              <a:ext uri="{FF2B5EF4-FFF2-40B4-BE49-F238E27FC236}">
                <a16:creationId xmlns:a16="http://schemas.microsoft.com/office/drawing/2014/main" id="{9F80BD4E-14AF-1F72-D3C3-3A757B66B07F}"/>
              </a:ext>
            </a:extLst>
          </p:cNvPr>
          <p:cNvSpPr txBox="1"/>
          <p:nvPr/>
        </p:nvSpPr>
        <p:spPr>
          <a:xfrm>
            <a:off x="10282882" y="4973249"/>
            <a:ext cx="461665" cy="1477328"/>
          </a:xfrm>
          <a:prstGeom prst="rect">
            <a:avLst/>
          </a:prstGeom>
          <a:noFill/>
        </p:spPr>
        <p:txBody>
          <a:bodyPr vert="eaVert" wrap="none" rtlCol="0">
            <a:spAutoFit/>
          </a:bodyPr>
          <a:lstStyle/>
          <a:p>
            <a:r>
              <a:rPr kumimoji="1" lang="ja-JP" altLang="en-US" b="1" dirty="0">
                <a:latin typeface="BIZ UDゴシック" panose="020B0400000000000000" pitchFamily="49" charset="-128"/>
                <a:ea typeface="BIZ UDゴシック" panose="020B0400000000000000" pitchFamily="49" charset="-128"/>
              </a:rPr>
              <a:t>↓解説動画↓</a:t>
            </a:r>
          </a:p>
        </p:txBody>
      </p:sp>
      <p:pic>
        <p:nvPicPr>
          <p:cNvPr id="1026" name="Picture 2">
            <a:extLst>
              <a:ext uri="{FF2B5EF4-FFF2-40B4-BE49-F238E27FC236}">
                <a16:creationId xmlns:a16="http://schemas.microsoft.com/office/drawing/2014/main" id="{DAEE94DD-773D-CFC6-1384-B257EEEBCAB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629" t="6244" r="11799" b="5839"/>
          <a:stretch>
            <a:fillRect/>
          </a:stretch>
        </p:blipFill>
        <p:spPr bwMode="auto">
          <a:xfrm>
            <a:off x="8231987" y="1238230"/>
            <a:ext cx="2972794" cy="2457499"/>
          </a:xfrm>
          <a:prstGeom prst="rect">
            <a:avLst/>
          </a:prstGeom>
          <a:noFill/>
          <a:extLst>
            <a:ext uri="{909E8E84-426E-40DD-AFC4-6F175D3DCCD1}">
              <a14:hiddenFill xmlns:a14="http://schemas.microsoft.com/office/drawing/2010/main">
                <a:solidFill>
                  <a:srgbClr val="FFFFFF"/>
                </a:solidFill>
              </a14:hiddenFill>
            </a:ext>
          </a:extLst>
        </p:spPr>
      </p:pic>
      <p:sp>
        <p:nvSpPr>
          <p:cNvPr id="4" name="タイトル 1">
            <a:extLst>
              <a:ext uri="{FF2B5EF4-FFF2-40B4-BE49-F238E27FC236}">
                <a16:creationId xmlns:a16="http://schemas.microsoft.com/office/drawing/2014/main" id="{4E061755-9B58-3F89-7892-418C0E056015}"/>
              </a:ext>
            </a:extLst>
          </p:cNvPr>
          <p:cNvSpPr txBox="1">
            <a:spLocks/>
          </p:cNvSpPr>
          <p:nvPr/>
        </p:nvSpPr>
        <p:spPr>
          <a:xfrm>
            <a:off x="3872037" y="13009"/>
            <a:ext cx="4596101" cy="7017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US" altLang="ja-JP" b="1" dirty="0" err="1">
                <a:solidFill>
                  <a:schemeClr val="bg1"/>
                </a:solidFill>
                <a:latin typeface="BIZ UDゴシック" panose="020B0400000000000000" pitchFamily="49" charset="-128"/>
                <a:ea typeface="BIZ UDゴシック" panose="020B0400000000000000" pitchFamily="49" charset="-128"/>
              </a:rPr>
              <a:t>ito</a:t>
            </a:r>
            <a:r>
              <a:rPr lang="ja-JP" altLang="en-US" b="1" dirty="0">
                <a:solidFill>
                  <a:schemeClr val="bg1"/>
                </a:solidFill>
                <a:latin typeface="BIZ UDゴシック" panose="020B0400000000000000" pitchFamily="49" charset="-128"/>
                <a:ea typeface="BIZ UDゴシック" panose="020B0400000000000000" pitchFamily="49" charset="-128"/>
              </a:rPr>
              <a:t>（</a:t>
            </a:r>
            <a:r>
              <a:rPr lang="en-US" altLang="ja-JP" b="1" dirty="0">
                <a:solidFill>
                  <a:schemeClr val="bg1"/>
                </a:solidFill>
                <a:latin typeface="BIZ UDゴシック" panose="020B0400000000000000" pitchFamily="49" charset="-128"/>
                <a:ea typeface="BIZ UDゴシック" panose="020B0400000000000000" pitchFamily="49" charset="-128"/>
              </a:rPr>
              <a:t>13</a:t>
            </a:r>
            <a:r>
              <a:rPr lang="ja-JP" altLang="en-US" b="1" dirty="0">
                <a:solidFill>
                  <a:schemeClr val="bg1"/>
                </a:solidFill>
                <a:latin typeface="BIZ UDゴシック" panose="020B0400000000000000" pitchFamily="49" charset="-128"/>
                <a:ea typeface="BIZ UDゴシック" panose="020B0400000000000000" pitchFamily="49" charset="-128"/>
              </a:rPr>
              <a:t>分）</a:t>
            </a:r>
          </a:p>
        </p:txBody>
      </p:sp>
    </p:spTree>
    <p:extLst>
      <p:ext uri="{BB962C8B-B14F-4D97-AF65-F5344CB8AC3E}">
        <p14:creationId xmlns:p14="http://schemas.microsoft.com/office/powerpoint/2010/main" val="3723167550"/>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C523208A-3D65-6460-FD50-A3BD77EF02B8}"/>
              </a:ext>
            </a:extLst>
          </p:cNvPr>
          <p:cNvSpPr/>
          <p:nvPr/>
        </p:nvSpPr>
        <p:spPr>
          <a:xfrm>
            <a:off x="0" y="0"/>
            <a:ext cx="12192000" cy="701731"/>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源ノ角ゴシック Code JP M" panose="020B0600000000000000" pitchFamily="34" charset="-128"/>
              <a:ea typeface="源ノ角ゴシック Code JP M" panose="020B0600000000000000" pitchFamily="34" charset="-128"/>
            </a:endParaRPr>
          </a:p>
        </p:txBody>
      </p:sp>
      <p:sp>
        <p:nvSpPr>
          <p:cNvPr id="5" name="タイトル 1">
            <a:extLst>
              <a:ext uri="{FF2B5EF4-FFF2-40B4-BE49-F238E27FC236}">
                <a16:creationId xmlns:a16="http://schemas.microsoft.com/office/drawing/2014/main" id="{ED9B1F7C-3903-6AE3-F6AB-84CDC158A6DF}"/>
              </a:ext>
            </a:extLst>
          </p:cNvPr>
          <p:cNvSpPr txBox="1">
            <a:spLocks/>
          </p:cNvSpPr>
          <p:nvPr/>
        </p:nvSpPr>
        <p:spPr>
          <a:xfrm>
            <a:off x="3744816" y="21866"/>
            <a:ext cx="4874397" cy="7017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b="1" dirty="0">
                <a:solidFill>
                  <a:schemeClr val="bg1"/>
                </a:solidFill>
                <a:latin typeface="BIZ UDゴシック" panose="020B0400000000000000" pitchFamily="49" charset="-128"/>
                <a:ea typeface="BIZ UDゴシック" panose="020B0400000000000000" pitchFamily="49" charset="-128"/>
              </a:rPr>
              <a:t>班対抗（</a:t>
            </a:r>
            <a:r>
              <a:rPr lang="en-US" altLang="ja-JP" b="1" dirty="0">
                <a:solidFill>
                  <a:schemeClr val="bg1"/>
                </a:solidFill>
                <a:latin typeface="BIZ UDゴシック" panose="020B0400000000000000" pitchFamily="49" charset="-128"/>
                <a:ea typeface="BIZ UDゴシック" panose="020B0400000000000000" pitchFamily="49" charset="-128"/>
              </a:rPr>
              <a:t>25</a:t>
            </a:r>
            <a:r>
              <a:rPr lang="ja-JP" altLang="en-US" b="1" dirty="0">
                <a:solidFill>
                  <a:schemeClr val="bg1"/>
                </a:solidFill>
                <a:latin typeface="BIZ UDゴシック" panose="020B0400000000000000" pitchFamily="49" charset="-128"/>
                <a:ea typeface="BIZ UDゴシック" panose="020B0400000000000000" pitchFamily="49" charset="-128"/>
              </a:rPr>
              <a:t>分）</a:t>
            </a:r>
          </a:p>
        </p:txBody>
      </p:sp>
      <p:sp>
        <p:nvSpPr>
          <p:cNvPr id="9" name="コンテンツ プレースホルダー 8">
            <a:extLst>
              <a:ext uri="{FF2B5EF4-FFF2-40B4-BE49-F238E27FC236}">
                <a16:creationId xmlns:a16="http://schemas.microsoft.com/office/drawing/2014/main" id="{7C773858-B551-C7AC-A99F-0A89DDE0ACCD}"/>
              </a:ext>
            </a:extLst>
          </p:cNvPr>
          <p:cNvSpPr>
            <a:spLocks noGrp="1"/>
          </p:cNvSpPr>
          <p:nvPr>
            <p:ph idx="1"/>
          </p:nvPr>
        </p:nvSpPr>
        <p:spPr/>
        <p:txBody>
          <a:bodyPr/>
          <a:lstStyle/>
          <a:p>
            <a:endParaRPr lang="ja-JP" altLang="en-US">
              <a:latin typeface="源ノ角ゴシック Code JP M" panose="020B0600000000000000" pitchFamily="34" charset="-128"/>
              <a:ea typeface="源ノ角ゴシック Code JP M" panose="020B0600000000000000" pitchFamily="34" charset="-128"/>
            </a:endParaRPr>
          </a:p>
        </p:txBody>
      </p:sp>
    </p:spTree>
    <p:extLst>
      <p:ext uri="{BB962C8B-B14F-4D97-AF65-F5344CB8AC3E}">
        <p14:creationId xmlns:p14="http://schemas.microsoft.com/office/powerpoint/2010/main" val="3549816961"/>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技術書のイラスト">
            <a:extLst>
              <a:ext uri="{FF2B5EF4-FFF2-40B4-BE49-F238E27FC236}">
                <a16:creationId xmlns:a16="http://schemas.microsoft.com/office/drawing/2014/main" id="{52FF1150-0AF2-128C-042F-69B3B9A31ABA}"/>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44341" y="465301"/>
            <a:ext cx="2589197" cy="258919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モノのインターネットのイラスト">
            <a:extLst>
              <a:ext uri="{FF2B5EF4-FFF2-40B4-BE49-F238E27FC236}">
                <a16:creationId xmlns:a16="http://schemas.microsoft.com/office/drawing/2014/main" id="{0B9B2F5C-639E-97D9-D49B-6A70BEF788ED}"/>
              </a:ext>
            </a:extLst>
          </p:cNvPr>
          <p:cNvPicPr>
            <a:picLocks noChangeAspect="1" noChangeArrowheads="1"/>
          </p:cNvPicPr>
          <p:nvPr/>
        </p:nvPicPr>
        <p:blipFill>
          <a:blip r:embed="rId4">
            <a:alphaModFix amt="35000"/>
            <a:extLst>
              <a:ext uri="{28A0092B-C50C-407E-A947-70E740481C1C}">
                <a14:useLocalDpi xmlns:a14="http://schemas.microsoft.com/office/drawing/2010/main" val="0"/>
              </a:ext>
            </a:extLst>
          </a:blip>
          <a:srcRect/>
          <a:stretch>
            <a:fillRect/>
          </a:stretch>
        </p:blipFill>
        <p:spPr bwMode="auto">
          <a:xfrm>
            <a:off x="558602" y="3301090"/>
            <a:ext cx="3457922" cy="345792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チームでプログラミングをしているイラスト">
            <a:extLst>
              <a:ext uri="{FF2B5EF4-FFF2-40B4-BE49-F238E27FC236}">
                <a16:creationId xmlns:a16="http://schemas.microsoft.com/office/drawing/2014/main" id="{029573EE-E190-E404-F1DC-E5E9F8232110}"/>
              </a:ext>
            </a:extLst>
          </p:cNvPr>
          <p:cNvPicPr>
            <a:picLocks noChangeAspect="1" noChangeArrowheads="1"/>
          </p:cNvPicPr>
          <p:nvPr/>
        </p:nvPicPr>
        <p:blipFill>
          <a:blip r:embed="rId5">
            <a:alphaModFix amt="35000"/>
            <a:extLst>
              <a:ext uri="{28A0092B-C50C-407E-A947-70E740481C1C}">
                <a14:useLocalDpi xmlns:a14="http://schemas.microsoft.com/office/drawing/2010/main" val="0"/>
              </a:ext>
            </a:extLst>
          </a:blip>
          <a:srcRect/>
          <a:stretch>
            <a:fillRect/>
          </a:stretch>
        </p:blipFill>
        <p:spPr bwMode="auto">
          <a:xfrm>
            <a:off x="7623026" y="1759900"/>
            <a:ext cx="4999112" cy="4999112"/>
          </a:xfrm>
          <a:prstGeom prst="rect">
            <a:avLst/>
          </a:prstGeom>
          <a:noFill/>
          <a:extLst>
            <a:ext uri="{909E8E84-426E-40DD-AFC4-6F175D3DCCD1}">
              <a14:hiddenFill xmlns:a14="http://schemas.microsoft.com/office/drawing/2010/main">
                <a:solidFill>
                  <a:srgbClr val="FFFFFF"/>
                </a:solidFill>
              </a14:hiddenFill>
            </a:ext>
          </a:extLst>
        </p:spPr>
      </p:pic>
      <p:sp>
        <p:nvSpPr>
          <p:cNvPr id="3" name="正方形/長方形 2">
            <a:extLst>
              <a:ext uri="{FF2B5EF4-FFF2-40B4-BE49-F238E27FC236}">
                <a16:creationId xmlns:a16="http://schemas.microsoft.com/office/drawing/2014/main" id="{C794F922-E649-5991-14E4-32977FB99F8A}"/>
              </a:ext>
            </a:extLst>
          </p:cNvPr>
          <p:cNvSpPr/>
          <p:nvPr/>
        </p:nvSpPr>
        <p:spPr>
          <a:xfrm>
            <a:off x="0" y="0"/>
            <a:ext cx="12192000" cy="701731"/>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ゴシック" panose="020B0400000000000000" pitchFamily="49" charset="-128"/>
              <a:ea typeface="BIZ UDゴシック" panose="020B0400000000000000" pitchFamily="49" charset="-128"/>
            </a:endParaRPr>
          </a:p>
        </p:txBody>
      </p:sp>
      <p:sp>
        <p:nvSpPr>
          <p:cNvPr id="7" name="テキスト ボックス 6">
            <a:extLst>
              <a:ext uri="{FF2B5EF4-FFF2-40B4-BE49-F238E27FC236}">
                <a16:creationId xmlns:a16="http://schemas.microsoft.com/office/drawing/2014/main" id="{1772D3C5-FC1A-BDE6-BD08-59D795388F9C}"/>
              </a:ext>
            </a:extLst>
          </p:cNvPr>
          <p:cNvSpPr txBox="1"/>
          <p:nvPr/>
        </p:nvSpPr>
        <p:spPr>
          <a:xfrm>
            <a:off x="3525424" y="1251639"/>
            <a:ext cx="5141151" cy="183088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ja-JP" altLang="en-US" sz="2600" dirty="0">
                <a:latin typeface="BIZ UDゴシック" panose="020B0400000000000000" pitchFamily="49" charset="-128"/>
                <a:ea typeface="BIZ UDゴシック" panose="020B0400000000000000" pitchFamily="49" charset="-128"/>
              </a:rPr>
              <a:t>自分の周辺のごみを拾う</a:t>
            </a:r>
            <a:endParaRPr kumimoji="1" lang="en-US" altLang="ja-JP" sz="2600" dirty="0">
              <a:latin typeface="BIZ UDゴシック" panose="020B0400000000000000" pitchFamily="49" charset="-128"/>
              <a:ea typeface="BIZ UDゴシック" panose="020B0400000000000000" pitchFamily="49" charset="-128"/>
            </a:endParaRPr>
          </a:p>
          <a:p>
            <a:pPr marL="285750" indent="-285750">
              <a:lnSpc>
                <a:spcPct val="150000"/>
              </a:lnSpc>
              <a:buFont typeface="Arial" panose="020B0604020202020204" pitchFamily="34" charset="0"/>
              <a:buChar char="•"/>
            </a:pPr>
            <a:r>
              <a:rPr lang="ja-JP" altLang="en-US" sz="2600" dirty="0">
                <a:latin typeface="BIZ UDゴシック" panose="020B0400000000000000" pitchFamily="49" charset="-128"/>
                <a:ea typeface="BIZ UDゴシック" panose="020B0400000000000000" pitchFamily="49" charset="-128"/>
              </a:rPr>
              <a:t>ゴミ</a:t>
            </a:r>
            <a:r>
              <a:rPr kumimoji="1" lang="ja-JP" altLang="en-US" sz="2600" dirty="0">
                <a:latin typeface="BIZ UDゴシック" panose="020B0400000000000000" pitchFamily="49" charset="-128"/>
                <a:ea typeface="BIZ UDゴシック" panose="020B0400000000000000" pitchFamily="49" charset="-128"/>
              </a:rPr>
              <a:t>はゴミ</a:t>
            </a:r>
            <a:r>
              <a:rPr lang="ja-JP" altLang="en-US" sz="2600" dirty="0">
                <a:latin typeface="BIZ UDゴシック" panose="020B0400000000000000" pitchFamily="49" charset="-128"/>
                <a:ea typeface="BIZ UDゴシック" panose="020B0400000000000000" pitchFamily="49" charset="-128"/>
              </a:rPr>
              <a:t>入</a:t>
            </a:r>
            <a:r>
              <a:rPr kumimoji="1" lang="ja-JP" altLang="en-US" sz="2600" dirty="0">
                <a:latin typeface="BIZ UDゴシック" panose="020B0400000000000000" pitchFamily="49" charset="-128"/>
                <a:ea typeface="BIZ UDゴシック" panose="020B0400000000000000" pitchFamily="49" charset="-128"/>
              </a:rPr>
              <a:t>に入れる</a:t>
            </a:r>
            <a:endParaRPr kumimoji="1" lang="en-US" altLang="ja-JP" sz="2600" dirty="0">
              <a:latin typeface="BIZ UDゴシック" panose="020B0400000000000000" pitchFamily="49" charset="-128"/>
              <a:ea typeface="BIZ UDゴシック" panose="020B0400000000000000" pitchFamily="49" charset="-128"/>
            </a:endParaRPr>
          </a:p>
          <a:p>
            <a:pPr marL="285750" indent="-285750">
              <a:lnSpc>
                <a:spcPct val="150000"/>
              </a:lnSpc>
              <a:buFont typeface="Arial" panose="020B0604020202020204" pitchFamily="34" charset="0"/>
              <a:buChar char="•"/>
            </a:pPr>
            <a:r>
              <a:rPr lang="ja-JP" altLang="en-US" sz="2600" dirty="0">
                <a:solidFill>
                  <a:srgbClr val="FF0000"/>
                </a:solidFill>
                <a:latin typeface="BIZ UDゴシック" panose="020B0400000000000000" pitchFamily="49" charset="-128"/>
                <a:ea typeface="BIZ UDゴシック" panose="020B0400000000000000" pitchFamily="49" charset="-128"/>
              </a:rPr>
              <a:t>忘れ物をしていないか確認する</a:t>
            </a:r>
            <a:endParaRPr kumimoji="1" lang="ja-JP" altLang="en-US" sz="2600" dirty="0">
              <a:solidFill>
                <a:srgbClr val="FF0000"/>
              </a:solidFill>
              <a:latin typeface="BIZ UDゴシック" panose="020B0400000000000000" pitchFamily="49" charset="-128"/>
              <a:ea typeface="BIZ UDゴシック" panose="020B0400000000000000" pitchFamily="49" charset="-128"/>
            </a:endParaRPr>
          </a:p>
        </p:txBody>
      </p:sp>
      <p:sp>
        <p:nvSpPr>
          <p:cNvPr id="8" name="タイトル 1">
            <a:extLst>
              <a:ext uri="{FF2B5EF4-FFF2-40B4-BE49-F238E27FC236}">
                <a16:creationId xmlns:a16="http://schemas.microsoft.com/office/drawing/2014/main" id="{722D0DA1-9577-086D-B46F-F2DBF0FD99F4}"/>
              </a:ext>
            </a:extLst>
          </p:cNvPr>
          <p:cNvSpPr txBox="1">
            <a:spLocks/>
          </p:cNvSpPr>
          <p:nvPr/>
        </p:nvSpPr>
        <p:spPr>
          <a:xfrm>
            <a:off x="4372970" y="9938"/>
            <a:ext cx="3446060" cy="701731"/>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b="1" dirty="0">
                <a:solidFill>
                  <a:schemeClr val="bg1"/>
                </a:solidFill>
                <a:latin typeface="BIZ UDゴシック" panose="020B0400000000000000" pitchFamily="49" charset="-128"/>
                <a:ea typeface="BIZ UDゴシック" panose="020B0400000000000000" pitchFamily="49" charset="-128"/>
              </a:rPr>
              <a:t>さいごに</a:t>
            </a:r>
          </a:p>
        </p:txBody>
      </p:sp>
      <p:sp>
        <p:nvSpPr>
          <p:cNvPr id="2" name="テキスト ボックス 1">
            <a:extLst>
              <a:ext uri="{FF2B5EF4-FFF2-40B4-BE49-F238E27FC236}">
                <a16:creationId xmlns:a16="http://schemas.microsoft.com/office/drawing/2014/main" id="{6535CF8E-1267-389C-4684-9CD107C8654D}"/>
              </a:ext>
            </a:extLst>
          </p:cNvPr>
          <p:cNvSpPr txBox="1"/>
          <p:nvPr/>
        </p:nvSpPr>
        <p:spPr>
          <a:xfrm>
            <a:off x="2994028" y="4259456"/>
            <a:ext cx="6203942" cy="769441"/>
          </a:xfrm>
          <a:prstGeom prst="rect">
            <a:avLst/>
          </a:prstGeom>
          <a:noFill/>
        </p:spPr>
        <p:txBody>
          <a:bodyPr wrap="none" rtlCol="0">
            <a:spAutoFit/>
          </a:bodyPr>
          <a:lstStyle/>
          <a:p>
            <a:r>
              <a:rPr kumimoji="1" lang="ja-JP" altLang="en-US" sz="4400" b="1" dirty="0">
                <a:solidFill>
                  <a:schemeClr val="tx2">
                    <a:lumMod val="75000"/>
                    <a:lumOff val="25000"/>
                  </a:schemeClr>
                </a:solidFill>
                <a:latin typeface="BIZ UDゴシック" panose="020B0400000000000000" pitchFamily="49" charset="-128"/>
                <a:ea typeface="BIZ UDゴシック" panose="020B0400000000000000" pitchFamily="49" charset="-128"/>
              </a:rPr>
              <a:t>良き</a:t>
            </a:r>
            <a:r>
              <a:rPr kumimoji="1" lang="en-US" altLang="ja-JP" sz="4400" b="1" dirty="0">
                <a:solidFill>
                  <a:schemeClr val="tx2">
                    <a:lumMod val="75000"/>
                    <a:lumOff val="25000"/>
                  </a:schemeClr>
                </a:solidFill>
                <a:latin typeface="BIZ UDゴシック" panose="020B0400000000000000" pitchFamily="49" charset="-128"/>
                <a:ea typeface="BIZ UDゴシック" panose="020B0400000000000000" pitchFamily="49" charset="-128"/>
              </a:rPr>
              <a:t>I</a:t>
            </a:r>
            <a:r>
              <a:rPr kumimoji="1" lang="ja-JP" altLang="en-US" sz="4400" b="1" dirty="0">
                <a:solidFill>
                  <a:schemeClr val="tx2">
                    <a:lumMod val="75000"/>
                    <a:lumOff val="25000"/>
                  </a:schemeClr>
                </a:solidFill>
                <a:latin typeface="BIZ UDゴシック" panose="020B0400000000000000" pitchFamily="49" charset="-128"/>
                <a:ea typeface="BIZ UDゴシック" panose="020B0400000000000000" pitchFamily="49" charset="-128"/>
              </a:rPr>
              <a:t>コースライフを！</a:t>
            </a:r>
          </a:p>
        </p:txBody>
      </p:sp>
    </p:spTree>
    <p:extLst>
      <p:ext uri="{BB962C8B-B14F-4D97-AF65-F5344CB8AC3E}">
        <p14:creationId xmlns:p14="http://schemas.microsoft.com/office/powerpoint/2010/main" val="344290507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B5BBDF04635E09478F5294CB0EDEE582" ma:contentTypeVersion="12" ma:contentTypeDescription="新しいドキュメントを作成します。" ma:contentTypeScope="" ma:versionID="ef28e31f954de16e368dc8782e8309b6">
  <xsd:schema xmlns:xsd="http://www.w3.org/2001/XMLSchema" xmlns:xs="http://www.w3.org/2001/XMLSchema" xmlns:p="http://schemas.microsoft.com/office/2006/metadata/properties" xmlns:ns3="4b708d32-98d6-47ce-b417-b83b156f9b42" targetNamespace="http://schemas.microsoft.com/office/2006/metadata/properties" ma:root="true" ma:fieldsID="c4b99ae39776194f9ae294b2b85efb19" ns3:_="">
    <xsd:import namespace="4b708d32-98d6-47ce-b417-b83b156f9b4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MediaServiceLocation" minOccurs="0"/>
                <xsd:element ref="ns3:_activity"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708d32-98d6-47ce-b417-b83b156f9b4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dexed="true" ma:internalName="MediaServiceLocation"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4b708d32-98d6-47ce-b417-b83b156f9b4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6740876-3CA3-479B-9C21-749E16CF8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708d32-98d6-47ce-b417-b83b156f9b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402F3F-A610-4919-8A69-A8778140E852}">
  <ds:schemaRefs>
    <ds:schemaRef ds:uri="http://schemas.microsoft.com/office/infopath/2007/PartnerControls"/>
    <ds:schemaRef ds:uri="http://purl.org/dc/terms/"/>
    <ds:schemaRef ds:uri="http://schemas.microsoft.com/office/2006/documentManagement/types"/>
    <ds:schemaRef ds:uri="http://www.w3.org/XML/1998/namespace"/>
    <ds:schemaRef ds:uri="http://purl.org/dc/elements/1.1/"/>
    <ds:schemaRef ds:uri="4b708d32-98d6-47ce-b417-b83b156f9b42"/>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78AF428F-75D8-4B72-B8EE-5DBC53C0AE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6700</TotalTime>
  <Words>425</Words>
  <Application>Microsoft Office PowerPoint</Application>
  <PresentationFormat>ワイド画面</PresentationFormat>
  <Paragraphs>70</Paragraphs>
  <Slides>9</Slides>
  <Notes>9</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vt:i4>
      </vt:variant>
    </vt:vector>
  </HeadingPairs>
  <TitlesOfParts>
    <vt:vector size="15" baseType="lpstr">
      <vt:lpstr>源ノ角ゴシック Code JP M</vt:lpstr>
      <vt:lpstr>游ゴシック</vt:lpstr>
      <vt:lpstr>游ゴシック Light</vt:lpstr>
      <vt:lpstr>BIZ UDゴシック</vt:lpstr>
      <vt:lpstr>Arial</vt:lpstr>
      <vt:lpstr>Office テーマ</vt:lpstr>
      <vt:lpstr>PowerPoint プレゼンテーション</vt:lpstr>
      <vt:lpstr>PowerPoint プレゼンテーション</vt:lpstr>
      <vt:lpstr>プログラム</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原田連寿</dc:creator>
  <cp:lastModifiedBy>原田連寿</cp:lastModifiedBy>
  <cp:revision>5</cp:revision>
  <dcterms:created xsi:type="dcterms:W3CDTF">2026-04-23T04:04:34Z</dcterms:created>
  <dcterms:modified xsi:type="dcterms:W3CDTF">2026-04-29T04:36:36Z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0x010100B5BBDF04635E09478F5294CB0EDEE582</vt:lpwstr>
  </property>
</Properties>
</file>